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6"/>
  </p:notesMasterIdLst>
  <p:handoutMasterIdLst>
    <p:handoutMasterId r:id="rId7"/>
  </p:handoutMasterIdLst>
  <p:sldIdLst>
    <p:sldId id="260" r:id="rId5"/>
  </p:sldIdLst>
  <p:sldSz cx="43891200" cy="32918400"/>
  <p:notesSz cx="20104100" cy="15081250"/>
  <p:defaultTextStyle>
    <a:defPPr>
      <a:defRPr kern="0"/>
    </a:defPPr>
  </p:defaultTextStyle>
  <p:extLst>
    <p:ext uri="{EFAFB233-063F-42B5-8137-9DF3F51BA10A}">
      <p15:sldGuideLst xmlns:p15="http://schemas.microsoft.com/office/powerpoint/2012/main">
        <p15:guide id="1" orient="horz" pos="20007" userDrawn="1">
          <p15:clr>
            <a:srgbClr val="A4A3A4"/>
          </p15:clr>
        </p15:guide>
        <p15:guide id="2" pos="725" userDrawn="1">
          <p15:clr>
            <a:srgbClr val="A4A3A4"/>
          </p15:clr>
        </p15:guide>
        <p15:guide id="3" pos="6960" userDrawn="1">
          <p15:clr>
            <a:srgbClr val="A4A3A4"/>
          </p15:clr>
        </p15:guide>
        <p15:guide id="4" pos="7851" userDrawn="1">
          <p15:clr>
            <a:srgbClr val="A4A3A4"/>
          </p15:clr>
        </p15:guide>
        <p15:guide id="5" pos="19797" userDrawn="1">
          <p15:clr>
            <a:srgbClr val="A4A3A4"/>
          </p15:clr>
        </p15:guide>
        <p15:guide id="6" pos="20688" userDrawn="1">
          <p15:clr>
            <a:srgbClr val="A4A3A4"/>
          </p15:clr>
        </p15:guide>
        <p15:guide id="7" pos="26923" userDrawn="1">
          <p15:clr>
            <a:srgbClr val="A4A3A4"/>
          </p15:clr>
        </p15:guide>
        <p15:guide id="8" orient="horz" pos="677" userDrawn="1">
          <p15:clr>
            <a:srgbClr val="A4A3A4"/>
          </p15:clr>
        </p15:guide>
        <p15:guide id="9" pos="14086" userDrawn="1">
          <p15:clr>
            <a:srgbClr val="A4A3A4"/>
          </p15:clr>
        </p15:guide>
        <p15:guide id="10" pos="13405" userDrawn="1">
          <p15:clr>
            <a:srgbClr val="A4A3A4"/>
          </p15:clr>
        </p15:guide>
        <p15:guide id="11" orient="horz" pos="7068" userDrawn="1">
          <p15:clr>
            <a:srgbClr val="A4A3A4"/>
          </p15:clr>
        </p15:guide>
        <p15:guide id="12" orient="horz" pos="465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B991"/>
    <a:srgbClr val="CBC8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32F41D-A885-43AE-BB5B-4F9B252A9A42}" v="1520" dt="2024-04-05T02:40:14.967"/>
    <p1510:client id="{3DFF1444-5DD5-23F5-AF1E-03747BF81D8A}" v="32" dt="2024-04-06T00:53:41.187"/>
    <p1510:client id="{49B79887-3E77-094A-A302-E1EF29875D14}" v="2" dt="2024-04-06T00:54:14.707"/>
    <p1510:client id="{C1338BD8-48C0-E0C1-2720-2B5EE2881257}" v="1130" dt="2024-04-05T02:36:07.26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0007"/>
        <p:guide pos="725"/>
        <p:guide pos="6960"/>
        <p:guide pos="7851"/>
        <p:guide pos="19797"/>
        <p:guide pos="20688"/>
        <p:guide pos="26923"/>
        <p:guide orient="horz" pos="677"/>
        <p:guide pos="14086"/>
        <p:guide pos="13405"/>
        <p:guide orient="horz" pos="7068"/>
        <p:guide orient="horz" pos="4658"/>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8760B03-AC64-F375-A6D3-459E7DB4D315}"/>
              </a:ext>
            </a:extLst>
          </p:cNvPr>
          <p:cNvSpPr>
            <a:spLocks noGrp="1"/>
          </p:cNvSpPr>
          <p:nvPr>
            <p:ph type="hdr" sz="quarter"/>
          </p:nvPr>
        </p:nvSpPr>
        <p:spPr>
          <a:xfrm>
            <a:off x="0" y="0"/>
            <a:ext cx="8712200" cy="75565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7B9DE85-CC1C-3A0B-3C5E-0AB0F373DCB8}"/>
              </a:ext>
            </a:extLst>
          </p:cNvPr>
          <p:cNvSpPr>
            <a:spLocks noGrp="1"/>
          </p:cNvSpPr>
          <p:nvPr>
            <p:ph type="dt" sz="quarter" idx="1"/>
          </p:nvPr>
        </p:nvSpPr>
        <p:spPr>
          <a:xfrm>
            <a:off x="11387138" y="0"/>
            <a:ext cx="8712200" cy="755650"/>
          </a:xfrm>
          <a:prstGeom prst="rect">
            <a:avLst/>
          </a:prstGeom>
        </p:spPr>
        <p:txBody>
          <a:bodyPr vert="horz" lIns="91440" tIns="45720" rIns="91440" bIns="45720" rtlCol="0"/>
          <a:lstStyle>
            <a:lvl1pPr algn="r">
              <a:defRPr sz="1200"/>
            </a:lvl1pPr>
          </a:lstStyle>
          <a:p>
            <a:fld id="{723CB976-3A0D-2F40-A366-5F74A853346A}" type="datetimeFigureOut">
              <a:t>5/13/2026</a:t>
            </a:fld>
            <a:endParaRPr lang="en-US"/>
          </a:p>
        </p:txBody>
      </p:sp>
      <p:sp>
        <p:nvSpPr>
          <p:cNvPr id="4" name="Footer Placeholder 3">
            <a:extLst>
              <a:ext uri="{FF2B5EF4-FFF2-40B4-BE49-F238E27FC236}">
                <a16:creationId xmlns:a16="http://schemas.microsoft.com/office/drawing/2014/main" id="{B11F549A-9C43-6A49-0F54-D3C79A1A3CCE}"/>
              </a:ext>
            </a:extLst>
          </p:cNvPr>
          <p:cNvSpPr>
            <a:spLocks noGrp="1"/>
          </p:cNvSpPr>
          <p:nvPr>
            <p:ph type="ftr" sz="quarter" idx="2"/>
          </p:nvPr>
        </p:nvSpPr>
        <p:spPr>
          <a:xfrm>
            <a:off x="0" y="14325600"/>
            <a:ext cx="8712200" cy="7556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37E9F6E-C01F-F174-B53D-12C62C8D178E}"/>
              </a:ext>
            </a:extLst>
          </p:cNvPr>
          <p:cNvSpPr>
            <a:spLocks noGrp="1"/>
          </p:cNvSpPr>
          <p:nvPr>
            <p:ph type="sldNum" sz="quarter" idx="3"/>
          </p:nvPr>
        </p:nvSpPr>
        <p:spPr>
          <a:xfrm>
            <a:off x="11387138" y="14325600"/>
            <a:ext cx="8712200" cy="755650"/>
          </a:xfrm>
          <a:prstGeom prst="rect">
            <a:avLst/>
          </a:prstGeom>
        </p:spPr>
        <p:txBody>
          <a:bodyPr vert="horz" lIns="91440" tIns="45720" rIns="91440" bIns="45720" rtlCol="0" anchor="b"/>
          <a:lstStyle>
            <a:lvl1pPr algn="r">
              <a:defRPr sz="1200"/>
            </a:lvl1pPr>
          </a:lstStyle>
          <a:p>
            <a:fld id="{F796208F-A05B-F44C-9C59-5D4836F7EB70}" type="slidenum">
              <a:t>‹#›</a:t>
            </a:fld>
            <a:endParaRPr lang="en-US"/>
          </a:p>
        </p:txBody>
      </p:sp>
    </p:spTree>
    <p:extLst>
      <p:ext uri="{BB962C8B-B14F-4D97-AF65-F5344CB8AC3E}">
        <p14:creationId xmlns:p14="http://schemas.microsoft.com/office/powerpoint/2010/main" val="11846383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7556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1387138" y="0"/>
            <a:ext cx="8712200" cy="755650"/>
          </a:xfrm>
          <a:prstGeom prst="rect">
            <a:avLst/>
          </a:prstGeom>
        </p:spPr>
        <p:txBody>
          <a:bodyPr vert="horz" lIns="91440" tIns="45720" rIns="91440" bIns="45720" rtlCol="0"/>
          <a:lstStyle>
            <a:lvl1pPr algn="r">
              <a:defRPr sz="1200"/>
            </a:lvl1pPr>
          </a:lstStyle>
          <a:p>
            <a:fld id="{7128EC3D-BC13-414D-9962-48C85B9AA878}" type="datetimeFigureOut">
              <a:rPr lang="en-US" smtClean="0"/>
              <a:t>5/13/2026</a:t>
            </a:fld>
            <a:endParaRPr lang="en-US"/>
          </a:p>
        </p:txBody>
      </p:sp>
      <p:sp>
        <p:nvSpPr>
          <p:cNvPr id="4" name="Slide Image Placeholder 3"/>
          <p:cNvSpPr>
            <a:spLocks noGrp="1" noRot="1" noChangeAspect="1"/>
          </p:cNvSpPr>
          <p:nvPr>
            <p:ph type="sldImg" idx="2"/>
          </p:nvPr>
        </p:nvSpPr>
        <p:spPr>
          <a:xfrm>
            <a:off x="6659563" y="1885950"/>
            <a:ext cx="6784975" cy="50895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2009775" y="7258050"/>
            <a:ext cx="16084550" cy="59388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4325600"/>
            <a:ext cx="8712200" cy="7556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1387138" y="14325600"/>
            <a:ext cx="8712200" cy="755650"/>
          </a:xfrm>
          <a:prstGeom prst="rect">
            <a:avLst/>
          </a:prstGeom>
        </p:spPr>
        <p:txBody>
          <a:bodyPr vert="horz" lIns="91440" tIns="45720" rIns="91440" bIns="45720" rtlCol="0" anchor="b"/>
          <a:lstStyle>
            <a:lvl1pPr algn="r">
              <a:defRPr sz="1200"/>
            </a:lvl1pPr>
          </a:lstStyle>
          <a:p>
            <a:fld id="{00C9DE40-15F4-4541-9DF1-46DAF53183D6}" type="slidenum">
              <a:rPr lang="en-US" smtClean="0"/>
              <a:t>‹#›</a:t>
            </a:fld>
            <a:endParaRPr lang="en-US"/>
          </a:p>
        </p:txBody>
      </p:sp>
    </p:spTree>
    <p:extLst>
      <p:ext uri="{BB962C8B-B14F-4D97-AF65-F5344CB8AC3E}">
        <p14:creationId xmlns:p14="http://schemas.microsoft.com/office/powerpoint/2010/main" val="1014307331"/>
      </p:ext>
    </p:extLst>
  </p:cSld>
  <p:clrMap bg1="lt1" tx1="dk1" bg2="lt2" tx2="dk2" accent1="accent1" accent2="accent2" accent3="accent3" accent4="accent4" accent5="accent5" accent6="accent6" hlink="hlink" folHlink="folHlink"/>
  <p:notesStyle>
    <a:lvl1pPr marL="0" algn="l" defTabSz="1996044" rtl="0" eaLnBrk="1" latinLnBrk="0" hangingPunct="1">
      <a:defRPr sz="2619" kern="1200">
        <a:solidFill>
          <a:schemeClr val="tx1"/>
        </a:solidFill>
        <a:latin typeface="+mn-lt"/>
        <a:ea typeface="+mn-ea"/>
        <a:cs typeface="+mn-cs"/>
      </a:defRPr>
    </a:lvl1pPr>
    <a:lvl2pPr marL="998022" algn="l" defTabSz="1996044" rtl="0" eaLnBrk="1" latinLnBrk="0" hangingPunct="1">
      <a:defRPr sz="2619" kern="1200">
        <a:solidFill>
          <a:schemeClr val="tx1"/>
        </a:solidFill>
        <a:latin typeface="+mn-lt"/>
        <a:ea typeface="+mn-ea"/>
        <a:cs typeface="+mn-cs"/>
      </a:defRPr>
    </a:lvl2pPr>
    <a:lvl3pPr marL="1996044" algn="l" defTabSz="1996044" rtl="0" eaLnBrk="1" latinLnBrk="0" hangingPunct="1">
      <a:defRPr sz="2619" kern="1200">
        <a:solidFill>
          <a:schemeClr val="tx1"/>
        </a:solidFill>
        <a:latin typeface="+mn-lt"/>
        <a:ea typeface="+mn-ea"/>
        <a:cs typeface="+mn-cs"/>
      </a:defRPr>
    </a:lvl3pPr>
    <a:lvl4pPr marL="2994066" algn="l" defTabSz="1996044" rtl="0" eaLnBrk="1" latinLnBrk="0" hangingPunct="1">
      <a:defRPr sz="2619" kern="1200">
        <a:solidFill>
          <a:schemeClr val="tx1"/>
        </a:solidFill>
        <a:latin typeface="+mn-lt"/>
        <a:ea typeface="+mn-ea"/>
        <a:cs typeface="+mn-cs"/>
      </a:defRPr>
    </a:lvl4pPr>
    <a:lvl5pPr marL="3992088" algn="l" defTabSz="1996044" rtl="0" eaLnBrk="1" latinLnBrk="0" hangingPunct="1">
      <a:defRPr sz="2619" kern="1200">
        <a:solidFill>
          <a:schemeClr val="tx1"/>
        </a:solidFill>
        <a:latin typeface="+mn-lt"/>
        <a:ea typeface="+mn-ea"/>
        <a:cs typeface="+mn-cs"/>
      </a:defRPr>
    </a:lvl5pPr>
    <a:lvl6pPr marL="4990109" algn="l" defTabSz="1996044" rtl="0" eaLnBrk="1" latinLnBrk="0" hangingPunct="1">
      <a:defRPr sz="2619" kern="1200">
        <a:solidFill>
          <a:schemeClr val="tx1"/>
        </a:solidFill>
        <a:latin typeface="+mn-lt"/>
        <a:ea typeface="+mn-ea"/>
        <a:cs typeface="+mn-cs"/>
      </a:defRPr>
    </a:lvl6pPr>
    <a:lvl7pPr marL="5988131" algn="l" defTabSz="1996044" rtl="0" eaLnBrk="1" latinLnBrk="0" hangingPunct="1">
      <a:defRPr sz="2619" kern="1200">
        <a:solidFill>
          <a:schemeClr val="tx1"/>
        </a:solidFill>
        <a:latin typeface="+mn-lt"/>
        <a:ea typeface="+mn-ea"/>
        <a:cs typeface="+mn-cs"/>
      </a:defRPr>
    </a:lvl7pPr>
    <a:lvl8pPr marL="6986153" algn="l" defTabSz="1996044" rtl="0" eaLnBrk="1" latinLnBrk="0" hangingPunct="1">
      <a:defRPr sz="2619" kern="1200">
        <a:solidFill>
          <a:schemeClr val="tx1"/>
        </a:solidFill>
        <a:latin typeface="+mn-lt"/>
        <a:ea typeface="+mn-ea"/>
        <a:cs typeface="+mn-cs"/>
      </a:defRPr>
    </a:lvl8pPr>
    <a:lvl9pPr marL="7984175" algn="l" defTabSz="1996044" rtl="0" eaLnBrk="1" latinLnBrk="0" hangingPunct="1">
      <a:defRPr sz="2619"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291839" y="10204703"/>
            <a:ext cx="37307522" cy="5072030"/>
          </a:xfrm>
          <a:prstGeom prst="rect">
            <a:avLst/>
          </a:prstGeom>
        </p:spPr>
        <p:txBody>
          <a:bodyPr wrap="square" lIns="0" tIns="0" rIns="0" bIns="0">
            <a:spAutoFit/>
          </a:bodyPr>
          <a:lstStyle>
            <a:lvl1pPr>
              <a:defRPr sz="32959" b="0" i="1">
                <a:solidFill>
                  <a:schemeClr val="tx1"/>
                </a:solidFill>
                <a:latin typeface="Acumin Pro ExtraCondensed"/>
                <a:cs typeface="Acumin Pro ExtraCondensed"/>
              </a:defRPr>
            </a:lvl1pPr>
          </a:lstStyle>
          <a:p>
            <a:r>
              <a:rPr lang="en-US"/>
              <a:t>Click to edit Master title style</a:t>
            </a:r>
            <a:endParaRPr/>
          </a:p>
        </p:txBody>
      </p:sp>
      <p:sp>
        <p:nvSpPr>
          <p:cNvPr id="3" name="Holder 3"/>
          <p:cNvSpPr>
            <a:spLocks noGrp="1"/>
          </p:cNvSpPr>
          <p:nvPr>
            <p:ph type="subTitle" idx="4"/>
          </p:nvPr>
        </p:nvSpPr>
        <p:spPr>
          <a:xfrm>
            <a:off x="6583680" y="18434304"/>
            <a:ext cx="30723840" cy="276999"/>
          </a:xfrm>
          <a:prstGeom prst="rect">
            <a:avLst/>
          </a:prstGeom>
        </p:spPr>
        <p:txBody>
          <a:bodyPr wrap="square" lIns="0" tIns="0" rIns="0" bIns="0">
            <a:spAutoFit/>
          </a:bodyPr>
          <a:lstStyle>
            <a:lvl1pPr>
              <a:defRPr/>
            </a:lvl1pPr>
          </a:lstStyle>
          <a:p>
            <a:r>
              <a:rPr lang="en-US"/>
              <a:t>Click to edit Master subtitle style</a:t>
            </a:r>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47729B06-E802-0F5E-D834-162EB87DEE1F}"/>
              </a:ext>
            </a:extLst>
          </p:cNvPr>
          <p:cNvSpPr>
            <a:spLocks noGrp="1"/>
          </p:cNvSpPr>
          <p:nvPr>
            <p:ph type="pic" sz="quarter" idx="13"/>
          </p:nvPr>
        </p:nvSpPr>
        <p:spPr>
          <a:xfrm>
            <a:off x="1158875" y="11279188"/>
            <a:ext cx="9874250" cy="7521575"/>
          </a:xfrm>
        </p:spPr>
        <p:txBody>
          <a:bodyPr/>
          <a:lstStyle/>
          <a:p>
            <a:r>
              <a:rPr lang="en-US"/>
              <a:t>Click icon to add picture</a:t>
            </a:r>
          </a:p>
        </p:txBody>
      </p:sp>
      <p:sp>
        <p:nvSpPr>
          <p:cNvPr id="27" name="Picture Placeholder 26">
            <a:extLst>
              <a:ext uri="{FF2B5EF4-FFF2-40B4-BE49-F238E27FC236}">
                <a16:creationId xmlns:a16="http://schemas.microsoft.com/office/drawing/2014/main" id="{CC2290C2-19D2-146F-5804-2DCE73C23AF0}"/>
              </a:ext>
            </a:extLst>
          </p:cNvPr>
          <p:cNvSpPr>
            <a:spLocks noGrp="1"/>
          </p:cNvSpPr>
          <p:nvPr>
            <p:ph type="pic" sz="quarter" idx="14"/>
          </p:nvPr>
        </p:nvSpPr>
        <p:spPr>
          <a:xfrm>
            <a:off x="12444413" y="20380325"/>
            <a:ext cx="19013487" cy="11388725"/>
          </a:xfrm>
        </p:spPr>
        <p:txBody>
          <a:bodyPr/>
          <a:lstStyle/>
          <a:p>
            <a:r>
              <a:rPr lang="en-US"/>
              <a:t>Click icon to add picture</a:t>
            </a:r>
          </a:p>
        </p:txBody>
      </p:sp>
      <p:sp>
        <p:nvSpPr>
          <p:cNvPr id="2" name="Holder 2"/>
          <p:cNvSpPr>
            <a:spLocks noGrp="1"/>
          </p:cNvSpPr>
          <p:nvPr>
            <p:ph type="title"/>
          </p:nvPr>
        </p:nvSpPr>
        <p:spPr>
          <a:xfrm>
            <a:off x="1158965" y="2009661"/>
            <a:ext cx="29021427" cy="5072030"/>
          </a:xfrm>
        </p:spPr>
        <p:txBody>
          <a:bodyPr lIns="0" tIns="0" rIns="0" bIns="0"/>
          <a:lstStyle>
            <a:lvl1pPr>
              <a:defRPr sz="32959" b="0" i="1">
                <a:solidFill>
                  <a:schemeClr val="tx1"/>
                </a:solidFill>
                <a:latin typeface="Acumin Pro ExtraCondensed"/>
                <a:cs typeface="Acumin Pro ExtraCondensed"/>
              </a:defRPr>
            </a:lvl1pPr>
          </a:lstStyle>
          <a:p>
            <a:r>
              <a:rPr lang="en-US"/>
              <a:t>Click to edit Master title style</a:t>
            </a:r>
            <a:endParaRPr/>
          </a:p>
        </p:txBody>
      </p:sp>
      <p:sp>
        <p:nvSpPr>
          <p:cNvPr id="3" name="Holder 3"/>
          <p:cNvSpPr>
            <a:spLocks noGrp="1"/>
          </p:cNvSpPr>
          <p:nvPr>
            <p:ph type="body" idx="1"/>
          </p:nvPr>
        </p:nvSpPr>
        <p:spPr>
          <a:xfrm>
            <a:off x="2194560" y="8569179"/>
            <a:ext cx="39502080" cy="276999"/>
          </a:xfrm>
        </p:spPr>
        <p:txBody>
          <a:bodyPr lIns="0" tIns="0" rIns="0" bIns="0"/>
          <a:lstStyle>
            <a:lvl1pPr>
              <a:defRPr/>
            </a:lvl1pPr>
          </a:lstStyle>
          <a:p>
            <a:pPr lvl="0"/>
            <a:r>
              <a:rPr lang="en-US"/>
              <a:t>Click to edit Master text styles</a:t>
            </a: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
        <p:nvSpPr>
          <p:cNvPr id="23" name="Picture Placeholder 20">
            <a:extLst>
              <a:ext uri="{FF2B5EF4-FFF2-40B4-BE49-F238E27FC236}">
                <a16:creationId xmlns:a16="http://schemas.microsoft.com/office/drawing/2014/main" id="{D9FBF6F9-1F1E-A050-5437-AD54EA0CF6F2}"/>
              </a:ext>
            </a:extLst>
          </p:cNvPr>
          <p:cNvSpPr>
            <a:spLocks noGrp="1"/>
          </p:cNvSpPr>
          <p:nvPr>
            <p:ph type="pic" sz="quarter" idx="12"/>
          </p:nvPr>
        </p:nvSpPr>
        <p:spPr>
          <a:xfrm>
            <a:off x="32851794" y="12566137"/>
            <a:ext cx="9874250" cy="6234398"/>
          </a:xfrm>
        </p:spPr>
        <p:txBody>
          <a:bodyPr/>
          <a:lstStyle/>
          <a:p>
            <a:r>
              <a:rPr lang="en-US"/>
              <a:t>Click icon to add picture</a:t>
            </a:r>
          </a:p>
        </p:txBody>
      </p:sp>
      <p:sp>
        <p:nvSpPr>
          <p:cNvPr id="19" name="Chart box">
            <a:extLst>
              <a:ext uri="{FF2B5EF4-FFF2-40B4-BE49-F238E27FC236}">
                <a16:creationId xmlns:a16="http://schemas.microsoft.com/office/drawing/2014/main" id="{47B2792D-9F4D-CBF1-FE75-46299BE97636}"/>
              </a:ext>
            </a:extLst>
          </p:cNvPr>
          <p:cNvSpPr/>
          <p:nvPr userDrawn="1"/>
        </p:nvSpPr>
        <p:spPr>
          <a:xfrm>
            <a:off x="32863270" y="12566136"/>
            <a:ext cx="9863046" cy="6234398"/>
          </a:xfrm>
          <a:custGeom>
            <a:avLst/>
            <a:gdLst/>
            <a:ahLst/>
            <a:cxnLst/>
            <a:rect l="l" t="t" r="r" b="b"/>
            <a:pathLst>
              <a:path w="4518659" h="2856229">
                <a:moveTo>
                  <a:pt x="0" y="2856062"/>
                </a:moveTo>
                <a:lnTo>
                  <a:pt x="4518536" y="2856062"/>
                </a:lnTo>
                <a:lnTo>
                  <a:pt x="4518536" y="0"/>
                </a:lnTo>
                <a:lnTo>
                  <a:pt x="0" y="0"/>
                </a:lnTo>
                <a:lnTo>
                  <a:pt x="0" y="2856062"/>
                </a:lnTo>
                <a:close/>
              </a:path>
            </a:pathLst>
          </a:custGeom>
          <a:ln w="16288">
            <a:solidFill>
              <a:srgbClr val="000000"/>
            </a:solidFill>
          </a:ln>
        </p:spPr>
        <p:txBody>
          <a:bodyPr wrap="square" lIns="0" tIns="0" rIns="0" bIns="0" rtlCol="0"/>
          <a:lstStyle/>
          <a:p>
            <a:endParaRPr/>
          </a:p>
        </p:txBody>
      </p:sp>
    </p:spTree>
  </p:cSld>
  <p:clrMapOvr>
    <a:masterClrMapping/>
  </p:clrMapOvr>
  <p:extLst>
    <p:ext uri="{DCECCB84-F9BA-43D5-87BE-67443E8EF086}">
      <p15:sldGuideLst xmlns:p15="http://schemas.microsoft.com/office/powerpoint/2012/main">
        <p15:guide id="1" orient="horz" pos="10368" userDrawn="1">
          <p15:clr>
            <a:srgbClr val="FBAE40"/>
          </p15:clr>
        </p15:guide>
        <p15:guide id="2" pos="1382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158965" y="2009661"/>
            <a:ext cx="29021427" cy="5072030"/>
          </a:xfrm>
        </p:spPr>
        <p:txBody>
          <a:bodyPr lIns="0" tIns="0" rIns="0" bIns="0"/>
          <a:lstStyle>
            <a:lvl1pPr>
              <a:defRPr sz="32959" b="0" i="1">
                <a:solidFill>
                  <a:schemeClr val="tx1"/>
                </a:solidFill>
                <a:latin typeface="Acumin Pro ExtraCondensed"/>
                <a:cs typeface="Acumin Pro ExtraCondensed"/>
              </a:defRPr>
            </a:lvl1pPr>
          </a:lstStyle>
          <a:p>
            <a:r>
              <a:rPr lang="en-US"/>
              <a:t>Click to edit Master title style</a:t>
            </a:r>
            <a:endParaRPr/>
          </a:p>
        </p:txBody>
      </p:sp>
      <p:sp>
        <p:nvSpPr>
          <p:cNvPr id="3" name="Holder 3"/>
          <p:cNvSpPr>
            <a:spLocks noGrp="1"/>
          </p:cNvSpPr>
          <p:nvPr>
            <p:ph sz="half" idx="2"/>
          </p:nvPr>
        </p:nvSpPr>
        <p:spPr>
          <a:xfrm>
            <a:off x="2194560" y="7571232"/>
            <a:ext cx="19092673" cy="276999"/>
          </a:xfrm>
          <a:prstGeom prst="rect">
            <a:avLst/>
          </a:prstGeom>
        </p:spPr>
        <p:txBody>
          <a:bodyPr wrap="square" lIns="0" tIns="0" rIns="0" bIns="0">
            <a:spAutoFit/>
          </a:bodyPr>
          <a:lstStyle>
            <a:lvl1pPr>
              <a:defRPr/>
            </a:lvl1pPr>
          </a:lstStyle>
          <a:p>
            <a:pPr lvl="0"/>
            <a:r>
              <a:rPr lang="en-US"/>
              <a:t>Click to edit Master text styles</a:t>
            </a:r>
          </a:p>
        </p:txBody>
      </p:sp>
      <p:sp>
        <p:nvSpPr>
          <p:cNvPr id="4" name="Holder 4"/>
          <p:cNvSpPr>
            <a:spLocks noGrp="1"/>
          </p:cNvSpPr>
          <p:nvPr>
            <p:ph sz="half" idx="3"/>
          </p:nvPr>
        </p:nvSpPr>
        <p:spPr>
          <a:xfrm>
            <a:off x="22603967" y="7571232"/>
            <a:ext cx="19092673" cy="276999"/>
          </a:xfrm>
          <a:prstGeom prst="rect">
            <a:avLst/>
          </a:prstGeom>
        </p:spPr>
        <p:txBody>
          <a:bodyPr wrap="square" lIns="0" tIns="0" rIns="0" bIns="0">
            <a:spAutoFit/>
          </a:bodyPr>
          <a:lstStyle>
            <a:lvl1pPr>
              <a:defRPr/>
            </a:lvl1pPr>
          </a:lstStyle>
          <a:p>
            <a:pPr lvl="0"/>
            <a:r>
              <a:rPr lang="en-US"/>
              <a:t>Click to edit Master text styles</a:t>
            </a: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158965" y="2009661"/>
            <a:ext cx="29021427" cy="5072030"/>
          </a:xfrm>
        </p:spPr>
        <p:txBody>
          <a:bodyPr lIns="0" tIns="0" rIns="0" bIns="0"/>
          <a:lstStyle>
            <a:lvl1pPr>
              <a:defRPr sz="32959" b="0" i="1">
                <a:solidFill>
                  <a:schemeClr val="tx1"/>
                </a:solidFill>
                <a:latin typeface="Acumin Pro ExtraCondensed"/>
                <a:cs typeface="Acumin Pro ExtraCondensed"/>
              </a:defRPr>
            </a:lvl1pPr>
          </a:lstStyle>
          <a:p>
            <a:r>
              <a:rPr lang="en-US"/>
              <a:t>Click to edit Master title style</a:t>
            </a:r>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121164" y="7428246"/>
            <a:ext cx="25262764" cy="2906521"/>
          </a:xfrm>
          <a:custGeom>
            <a:avLst/>
            <a:gdLst/>
            <a:ahLst/>
            <a:cxnLst/>
            <a:rect l="l" t="t" r="r" b="b"/>
            <a:pathLst>
              <a:path w="11662410" h="1331595">
                <a:moveTo>
                  <a:pt x="11662344" y="0"/>
                </a:moveTo>
                <a:lnTo>
                  <a:pt x="303172" y="0"/>
                </a:lnTo>
                <a:lnTo>
                  <a:pt x="0" y="1331152"/>
                </a:lnTo>
                <a:lnTo>
                  <a:pt x="11662344" y="1331152"/>
                </a:lnTo>
                <a:lnTo>
                  <a:pt x="11662344" y="0"/>
                </a:lnTo>
                <a:close/>
              </a:path>
            </a:pathLst>
          </a:custGeom>
          <a:solidFill>
            <a:srgbClr val="CBC8C4"/>
          </a:solidFill>
        </p:spPr>
        <p:txBody>
          <a:bodyPr wrap="square" lIns="0" tIns="0" rIns="0" bIns="0" rtlCol="0"/>
          <a:lstStyle/>
          <a:p>
            <a:endParaRPr/>
          </a:p>
        </p:txBody>
      </p:sp>
      <p:sp>
        <p:nvSpPr>
          <p:cNvPr id="17" name="bg object 17"/>
          <p:cNvSpPr/>
          <p:nvPr userDrawn="1"/>
        </p:nvSpPr>
        <p:spPr>
          <a:xfrm>
            <a:off x="6121164" y="7428246"/>
            <a:ext cx="25262764" cy="2906521"/>
          </a:xfrm>
          <a:custGeom>
            <a:avLst/>
            <a:gdLst/>
            <a:ahLst/>
            <a:cxnLst/>
            <a:rect l="l" t="t" r="r" b="b"/>
            <a:pathLst>
              <a:path w="11662410" h="1331595">
                <a:moveTo>
                  <a:pt x="303172" y="0"/>
                </a:moveTo>
                <a:lnTo>
                  <a:pt x="0" y="1331152"/>
                </a:lnTo>
                <a:lnTo>
                  <a:pt x="11662344" y="1331152"/>
                </a:lnTo>
                <a:lnTo>
                  <a:pt x="11662344" y="0"/>
                </a:lnTo>
                <a:lnTo>
                  <a:pt x="303172" y="0"/>
                </a:lnTo>
                <a:close/>
              </a:path>
            </a:pathLst>
          </a:custGeom>
          <a:ln w="32576">
            <a:solidFill>
              <a:srgbClr val="CBC8C4"/>
            </a:solidFill>
          </a:ln>
        </p:spPr>
        <p:txBody>
          <a:bodyPr wrap="square" lIns="0" tIns="0" rIns="0" bIns="0" rtlCol="0"/>
          <a:lstStyle/>
          <a:p>
            <a:endParaRPr/>
          </a:p>
        </p:txBody>
      </p:sp>
      <p:sp>
        <p:nvSpPr>
          <p:cNvPr id="18" name="bg object 18"/>
          <p:cNvSpPr/>
          <p:nvPr/>
        </p:nvSpPr>
        <p:spPr>
          <a:xfrm>
            <a:off x="1189060" y="7428235"/>
            <a:ext cx="5675634" cy="2906521"/>
          </a:xfrm>
          <a:custGeom>
            <a:avLst/>
            <a:gdLst/>
            <a:ahLst/>
            <a:cxnLst/>
            <a:rect l="l" t="t" r="r" b="b"/>
            <a:pathLst>
              <a:path w="2599690" h="1331595">
                <a:moveTo>
                  <a:pt x="2599356" y="0"/>
                </a:moveTo>
                <a:lnTo>
                  <a:pt x="0" y="0"/>
                </a:lnTo>
                <a:lnTo>
                  <a:pt x="0" y="1331152"/>
                </a:lnTo>
                <a:lnTo>
                  <a:pt x="2296183" y="1331152"/>
                </a:lnTo>
                <a:lnTo>
                  <a:pt x="2599356" y="0"/>
                </a:lnTo>
                <a:close/>
              </a:path>
            </a:pathLst>
          </a:custGeom>
          <a:solidFill>
            <a:srgbClr val="000000"/>
          </a:solidFill>
        </p:spPr>
        <p:txBody>
          <a:bodyPr wrap="square" lIns="0" tIns="0" rIns="0" bIns="0" rtlCol="0"/>
          <a:lstStyle/>
          <a:p>
            <a:endParaRPr/>
          </a:p>
        </p:txBody>
      </p:sp>
      <p:sp>
        <p:nvSpPr>
          <p:cNvPr id="19" name="bg object 19"/>
          <p:cNvSpPr/>
          <p:nvPr/>
        </p:nvSpPr>
        <p:spPr>
          <a:xfrm>
            <a:off x="1189060" y="7428235"/>
            <a:ext cx="5675634" cy="2906521"/>
          </a:xfrm>
          <a:custGeom>
            <a:avLst/>
            <a:gdLst/>
            <a:ahLst/>
            <a:cxnLst/>
            <a:rect l="l" t="t" r="r" b="b"/>
            <a:pathLst>
              <a:path w="2599690" h="1331595">
                <a:moveTo>
                  <a:pt x="2296183" y="1331152"/>
                </a:moveTo>
                <a:lnTo>
                  <a:pt x="2599356" y="0"/>
                </a:lnTo>
                <a:lnTo>
                  <a:pt x="0" y="0"/>
                </a:lnTo>
                <a:lnTo>
                  <a:pt x="0" y="1331152"/>
                </a:lnTo>
                <a:lnTo>
                  <a:pt x="2296183" y="1331152"/>
                </a:lnTo>
                <a:close/>
              </a:path>
            </a:pathLst>
          </a:custGeom>
          <a:ln w="32576">
            <a:solidFill>
              <a:srgbClr val="000000"/>
            </a:solidFill>
          </a:ln>
        </p:spPr>
        <p:txBody>
          <a:bodyPr wrap="square" lIns="0" tIns="0" rIns="0" bIns="0" rtlCol="0"/>
          <a:lstStyle/>
          <a:p>
            <a:endParaRPr/>
          </a:p>
        </p:txBody>
      </p:sp>
      <p:sp>
        <p:nvSpPr>
          <p:cNvPr id="2" name="Holder 2"/>
          <p:cNvSpPr>
            <a:spLocks noGrp="1"/>
          </p:cNvSpPr>
          <p:nvPr>
            <p:ph type="title"/>
          </p:nvPr>
        </p:nvSpPr>
        <p:spPr>
          <a:xfrm>
            <a:off x="1158965" y="2009661"/>
            <a:ext cx="29021427" cy="2323713"/>
          </a:xfrm>
          <a:prstGeom prst="rect">
            <a:avLst/>
          </a:prstGeom>
        </p:spPr>
        <p:txBody>
          <a:bodyPr wrap="square" lIns="0" tIns="0" rIns="0" bIns="0">
            <a:spAutoFit/>
          </a:bodyPr>
          <a:lstStyle>
            <a:lvl1pPr>
              <a:defRPr sz="15100" b="0" i="1">
                <a:solidFill>
                  <a:schemeClr val="tx1"/>
                </a:solidFill>
                <a:latin typeface="Acumin Pro ExtraCondensed"/>
                <a:cs typeface="Acumin Pro ExtraCondensed"/>
              </a:defRPr>
            </a:lvl1pPr>
          </a:lstStyle>
          <a:p>
            <a:endParaRPr/>
          </a:p>
        </p:txBody>
      </p:sp>
      <p:sp>
        <p:nvSpPr>
          <p:cNvPr id="3" name="Holder 3"/>
          <p:cNvSpPr>
            <a:spLocks noGrp="1"/>
          </p:cNvSpPr>
          <p:nvPr>
            <p:ph type="body" idx="1"/>
          </p:nvPr>
        </p:nvSpPr>
        <p:spPr>
          <a:xfrm>
            <a:off x="2194560" y="8174643"/>
            <a:ext cx="3950208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4923008" y="30614113"/>
            <a:ext cx="14045184"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194561" y="30614113"/>
            <a:ext cx="10094976"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a:xfrm>
            <a:off x="31601667" y="30614113"/>
            <a:ext cx="10094976"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
        <p:nvSpPr>
          <p:cNvPr id="7" name="Top black bar">
            <a:extLst>
              <a:ext uri="{FF2B5EF4-FFF2-40B4-BE49-F238E27FC236}">
                <a16:creationId xmlns:a16="http://schemas.microsoft.com/office/drawing/2014/main" id="{10D64A24-239D-80EE-F002-D954BFC1BC3E}"/>
              </a:ext>
            </a:extLst>
          </p:cNvPr>
          <p:cNvSpPr/>
          <p:nvPr userDrawn="1"/>
        </p:nvSpPr>
        <p:spPr>
          <a:xfrm>
            <a:off x="1188343" y="1137684"/>
            <a:ext cx="30275226" cy="1361089"/>
          </a:xfrm>
          <a:custGeom>
            <a:avLst/>
            <a:gdLst/>
            <a:ahLst/>
            <a:cxnLst/>
            <a:rect l="l" t="t" r="r" b="b"/>
            <a:pathLst>
              <a:path w="13870305" h="623569">
                <a:moveTo>
                  <a:pt x="13869921" y="0"/>
                </a:moveTo>
                <a:lnTo>
                  <a:pt x="0" y="0"/>
                </a:lnTo>
                <a:lnTo>
                  <a:pt x="0" y="623419"/>
                </a:lnTo>
                <a:lnTo>
                  <a:pt x="13721048" y="623419"/>
                </a:lnTo>
                <a:lnTo>
                  <a:pt x="13869921" y="0"/>
                </a:lnTo>
                <a:close/>
              </a:path>
            </a:pathLst>
          </a:custGeom>
          <a:solidFill>
            <a:srgbClr val="000000"/>
          </a:solidFill>
        </p:spPr>
        <p:txBody>
          <a:bodyPr wrap="square" lIns="0" tIns="0" rIns="0" bIns="0" rtlCol="0"/>
          <a:lstStyle/>
          <a:p>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997930" eaLnBrk="1" hangingPunct="1">
        <a:defRPr>
          <a:latin typeface="+mn-lt"/>
          <a:ea typeface="+mn-ea"/>
          <a:cs typeface="+mn-cs"/>
        </a:defRPr>
      </a:lvl2pPr>
      <a:lvl3pPr marL="1995861" eaLnBrk="1" hangingPunct="1">
        <a:defRPr>
          <a:latin typeface="+mn-lt"/>
          <a:ea typeface="+mn-ea"/>
          <a:cs typeface="+mn-cs"/>
        </a:defRPr>
      </a:lvl3pPr>
      <a:lvl4pPr marL="2993791" eaLnBrk="1" hangingPunct="1">
        <a:defRPr>
          <a:latin typeface="+mn-lt"/>
          <a:ea typeface="+mn-ea"/>
          <a:cs typeface="+mn-cs"/>
        </a:defRPr>
      </a:lvl4pPr>
      <a:lvl5pPr marL="3991722" eaLnBrk="1" hangingPunct="1">
        <a:defRPr>
          <a:latin typeface="+mn-lt"/>
          <a:ea typeface="+mn-ea"/>
          <a:cs typeface="+mn-cs"/>
        </a:defRPr>
      </a:lvl5pPr>
      <a:lvl6pPr marL="4989652" eaLnBrk="1" hangingPunct="1">
        <a:defRPr>
          <a:latin typeface="+mn-lt"/>
          <a:ea typeface="+mn-ea"/>
          <a:cs typeface="+mn-cs"/>
        </a:defRPr>
      </a:lvl6pPr>
      <a:lvl7pPr marL="5987583" eaLnBrk="1" hangingPunct="1">
        <a:defRPr>
          <a:latin typeface="+mn-lt"/>
          <a:ea typeface="+mn-ea"/>
          <a:cs typeface="+mn-cs"/>
        </a:defRPr>
      </a:lvl7pPr>
      <a:lvl8pPr marL="6985513" eaLnBrk="1" hangingPunct="1">
        <a:defRPr>
          <a:latin typeface="+mn-lt"/>
          <a:ea typeface="+mn-ea"/>
          <a:cs typeface="+mn-cs"/>
        </a:defRPr>
      </a:lvl8pPr>
      <a:lvl9pPr marL="7983444" eaLnBrk="1" hangingPunct="1">
        <a:defRPr>
          <a:latin typeface="+mn-lt"/>
          <a:ea typeface="+mn-ea"/>
          <a:cs typeface="+mn-cs"/>
        </a:defRPr>
      </a:lvl9pPr>
    </p:bodyStyle>
    <p:otherStyle>
      <a:lvl1pPr marL="0" eaLnBrk="1" hangingPunct="1">
        <a:defRPr>
          <a:latin typeface="+mn-lt"/>
          <a:ea typeface="+mn-ea"/>
          <a:cs typeface="+mn-cs"/>
        </a:defRPr>
      </a:lvl1pPr>
      <a:lvl2pPr marL="997930" eaLnBrk="1" hangingPunct="1">
        <a:defRPr>
          <a:latin typeface="+mn-lt"/>
          <a:ea typeface="+mn-ea"/>
          <a:cs typeface="+mn-cs"/>
        </a:defRPr>
      </a:lvl2pPr>
      <a:lvl3pPr marL="1995861" eaLnBrk="1" hangingPunct="1">
        <a:defRPr>
          <a:latin typeface="+mn-lt"/>
          <a:ea typeface="+mn-ea"/>
          <a:cs typeface="+mn-cs"/>
        </a:defRPr>
      </a:lvl3pPr>
      <a:lvl4pPr marL="2993791" eaLnBrk="1" hangingPunct="1">
        <a:defRPr>
          <a:latin typeface="+mn-lt"/>
          <a:ea typeface="+mn-ea"/>
          <a:cs typeface="+mn-cs"/>
        </a:defRPr>
      </a:lvl4pPr>
      <a:lvl5pPr marL="3991722" eaLnBrk="1" hangingPunct="1">
        <a:defRPr>
          <a:latin typeface="+mn-lt"/>
          <a:ea typeface="+mn-ea"/>
          <a:cs typeface="+mn-cs"/>
        </a:defRPr>
      </a:lvl5pPr>
      <a:lvl6pPr marL="4989652" eaLnBrk="1" hangingPunct="1">
        <a:defRPr>
          <a:latin typeface="+mn-lt"/>
          <a:ea typeface="+mn-ea"/>
          <a:cs typeface="+mn-cs"/>
        </a:defRPr>
      </a:lvl6pPr>
      <a:lvl7pPr marL="5987583" eaLnBrk="1" hangingPunct="1">
        <a:defRPr>
          <a:latin typeface="+mn-lt"/>
          <a:ea typeface="+mn-ea"/>
          <a:cs typeface="+mn-cs"/>
        </a:defRPr>
      </a:lvl7pPr>
      <a:lvl8pPr marL="6985513" eaLnBrk="1" hangingPunct="1">
        <a:defRPr>
          <a:latin typeface="+mn-lt"/>
          <a:ea typeface="+mn-ea"/>
          <a:cs typeface="+mn-cs"/>
        </a:defRPr>
      </a:lvl8pPr>
      <a:lvl9pPr marL="7983444"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Placeholder 9" descr="A screenshot of a paper&#10;&#10;Description automatically generated">
            <a:extLst>
              <a:ext uri="{FF2B5EF4-FFF2-40B4-BE49-F238E27FC236}">
                <a16:creationId xmlns:a16="http://schemas.microsoft.com/office/drawing/2014/main" id="{A5B2A183-2F5A-6306-8150-6959758D1523}"/>
              </a:ext>
            </a:extLst>
          </p:cNvPr>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l="528" r="157"/>
          <a:stretch/>
        </p:blipFill>
        <p:spPr>
          <a:xfrm>
            <a:off x="32092564" y="22129797"/>
            <a:ext cx="11738771" cy="7418783"/>
          </a:xfrm>
        </p:spPr>
      </p:pic>
      <p:sp>
        <p:nvSpPr>
          <p:cNvPr id="23" name="Poster title">
            <a:extLst>
              <a:ext uri="{FF2B5EF4-FFF2-40B4-BE49-F238E27FC236}">
                <a16:creationId xmlns:a16="http://schemas.microsoft.com/office/drawing/2014/main" id="{F8A635C5-9E73-102D-0B4F-2BBE68696051}"/>
              </a:ext>
            </a:extLst>
          </p:cNvPr>
          <p:cNvSpPr txBox="1">
            <a:spLocks noGrp="1"/>
          </p:cNvSpPr>
          <p:nvPr>
            <p:ph type="title"/>
          </p:nvPr>
        </p:nvSpPr>
        <p:spPr>
          <a:xfrm>
            <a:off x="10540" y="2892370"/>
            <a:ext cx="35176779" cy="4067044"/>
          </a:xfrm>
          <a:prstGeom prst="rect">
            <a:avLst/>
          </a:prstGeom>
        </p:spPr>
        <p:txBody>
          <a:bodyPr vert="horz" wrap="square" lIns="0" tIns="36037" rIns="0" bIns="0" rtlCol="0">
            <a:spAutoFit/>
          </a:bodyPr>
          <a:lstStyle/>
          <a:p>
            <a:pPr marL="27720">
              <a:spcBef>
                <a:spcPts val="284"/>
              </a:spcBef>
            </a:pPr>
            <a:r>
              <a:rPr lang="en-US" sz="26192" i="0" spc="-218">
                <a:latin typeface="Times New Roman"/>
                <a:cs typeface="Times New Roman"/>
              </a:rPr>
              <a:t>Delivery Carriage System</a:t>
            </a:r>
            <a:endParaRPr sz="26192" i="0" spc="-218">
              <a:latin typeface="Times New Roman"/>
              <a:cs typeface="Times New Roman"/>
            </a:endParaRPr>
          </a:p>
        </p:txBody>
      </p:sp>
      <p:sp>
        <p:nvSpPr>
          <p:cNvPr id="24" name="Poster title-small words">
            <a:extLst>
              <a:ext uri="{FF2B5EF4-FFF2-40B4-BE49-F238E27FC236}">
                <a16:creationId xmlns:a16="http://schemas.microsoft.com/office/drawing/2014/main" id="{54C748D0-1F08-FED1-BFF8-BB69157DD3C1}"/>
              </a:ext>
            </a:extLst>
          </p:cNvPr>
          <p:cNvSpPr txBox="1"/>
          <p:nvPr/>
        </p:nvSpPr>
        <p:spPr>
          <a:xfrm>
            <a:off x="2234966" y="1286816"/>
            <a:ext cx="27693511" cy="1044037"/>
          </a:xfrm>
          <a:prstGeom prst="rect">
            <a:avLst/>
          </a:prstGeom>
        </p:spPr>
        <p:txBody>
          <a:bodyPr vert="horz" wrap="square" lIns="0" tIns="36037" rIns="0" bIns="0" rtlCol="0">
            <a:spAutoFit/>
          </a:bodyPr>
          <a:lstStyle/>
          <a:p>
            <a:pPr marL="27720" algn="ctr">
              <a:spcBef>
                <a:spcPts val="284"/>
              </a:spcBef>
              <a:tabLst>
                <a:tab pos="3743625" algn="l"/>
                <a:tab pos="7671590" algn="l"/>
                <a:tab pos="9404108" algn="l"/>
              </a:tabLst>
            </a:pPr>
            <a:r>
              <a:rPr lang="en-US" sz="6548" spc="437">
                <a:solidFill>
                  <a:schemeClr val="tx1"/>
                </a:solidFill>
                <a:latin typeface="Times New Roman"/>
                <a:cs typeface="Times New Roman"/>
              </a:rPr>
              <a:t>Team One</a:t>
            </a:r>
            <a:endParaRPr sz="6548" spc="437">
              <a:solidFill>
                <a:schemeClr val="tx1"/>
              </a:solidFill>
              <a:latin typeface="Times New Roman"/>
              <a:cs typeface="Times New Roman"/>
            </a:endParaRPr>
          </a:p>
        </p:txBody>
      </p:sp>
      <p:sp>
        <p:nvSpPr>
          <p:cNvPr id="26" name="Overview title">
            <a:extLst>
              <a:ext uri="{FF2B5EF4-FFF2-40B4-BE49-F238E27FC236}">
                <a16:creationId xmlns:a16="http://schemas.microsoft.com/office/drawing/2014/main" id="{9AADE70F-383C-2CF2-6D70-3D102DA15836}"/>
              </a:ext>
            </a:extLst>
          </p:cNvPr>
          <p:cNvSpPr txBox="1"/>
          <p:nvPr/>
        </p:nvSpPr>
        <p:spPr>
          <a:xfrm>
            <a:off x="1578259" y="7659635"/>
            <a:ext cx="5101048" cy="2449273"/>
          </a:xfrm>
          <a:prstGeom prst="rect">
            <a:avLst/>
          </a:prstGeom>
        </p:spPr>
        <p:txBody>
          <a:bodyPr vert="horz" wrap="square" lIns="0" tIns="30493" rIns="0" bIns="0" rtlCol="0">
            <a:spAutoFit/>
          </a:bodyPr>
          <a:lstStyle/>
          <a:p>
            <a:pPr marL="27720">
              <a:spcBef>
                <a:spcPts val="240"/>
              </a:spcBef>
            </a:pPr>
            <a:r>
              <a:rPr lang="en-US" sz="7858" spc="240">
                <a:solidFill>
                  <a:srgbClr val="CFB991"/>
                </a:solidFill>
                <a:latin typeface="Times New Roman"/>
                <a:cs typeface="Times New Roman"/>
              </a:rPr>
              <a:t>Problem Statement</a:t>
            </a:r>
            <a:endParaRPr sz="7858">
              <a:solidFill>
                <a:srgbClr val="CFB991"/>
              </a:solidFill>
              <a:latin typeface="Times New Roman"/>
              <a:cs typeface="Times New Roman"/>
            </a:endParaRPr>
          </a:p>
        </p:txBody>
      </p:sp>
      <p:sp>
        <p:nvSpPr>
          <p:cNvPr id="27" name="Overview text">
            <a:extLst>
              <a:ext uri="{FF2B5EF4-FFF2-40B4-BE49-F238E27FC236}">
                <a16:creationId xmlns:a16="http://schemas.microsoft.com/office/drawing/2014/main" id="{1436292E-7833-9139-6D01-E393ACC4FB9F}"/>
              </a:ext>
            </a:extLst>
          </p:cNvPr>
          <p:cNvSpPr txBox="1"/>
          <p:nvPr/>
        </p:nvSpPr>
        <p:spPr>
          <a:xfrm>
            <a:off x="7424895" y="7772481"/>
            <a:ext cx="23276583" cy="1851006"/>
          </a:xfrm>
          <a:prstGeom prst="rect">
            <a:avLst/>
          </a:prstGeom>
        </p:spPr>
        <p:txBody>
          <a:bodyPr vert="horz" wrap="square" lIns="0" tIns="9702" rIns="0" bIns="0" rtlCol="0" anchor="t">
            <a:spAutoFit/>
          </a:bodyPr>
          <a:lstStyle/>
          <a:p>
            <a:pPr marL="27305" marR="10795">
              <a:lnSpc>
                <a:spcPct val="103499"/>
              </a:lnSpc>
              <a:spcBef>
                <a:spcPts val="76"/>
              </a:spcBef>
            </a:pPr>
            <a:r>
              <a:rPr lang="en-US" sz="6000">
                <a:latin typeface="Times New Roman"/>
                <a:cs typeface="Times New Roman"/>
              </a:rPr>
              <a:t>Delivery Services suffer from frequent spills of both food and beverages leading to a negative impact to their service quality. </a:t>
            </a:r>
            <a:endParaRPr sz="6000">
              <a:latin typeface="Times New Roman"/>
              <a:cs typeface="Times New Roman"/>
            </a:endParaRPr>
          </a:p>
        </p:txBody>
      </p:sp>
      <p:sp>
        <p:nvSpPr>
          <p:cNvPr id="28" name="Section 1 head">
            <a:extLst>
              <a:ext uri="{FF2B5EF4-FFF2-40B4-BE49-F238E27FC236}">
                <a16:creationId xmlns:a16="http://schemas.microsoft.com/office/drawing/2014/main" id="{7D9E9DD7-031C-D4AE-3F68-48D8236A99C3}"/>
              </a:ext>
            </a:extLst>
          </p:cNvPr>
          <p:cNvSpPr txBox="1"/>
          <p:nvPr/>
        </p:nvSpPr>
        <p:spPr>
          <a:xfrm>
            <a:off x="1143745" y="19623340"/>
            <a:ext cx="9889380" cy="2072943"/>
          </a:xfrm>
          <a:prstGeom prst="rect">
            <a:avLst/>
          </a:prstGeom>
        </p:spPr>
        <p:txBody>
          <a:bodyPr vert="horz" wrap="square" lIns="0" tIns="296612" rIns="0" bIns="0" rtlCol="0">
            <a:spAutoFit/>
          </a:bodyPr>
          <a:lstStyle/>
          <a:p>
            <a:pPr marL="27720" marR="1837855">
              <a:lnSpc>
                <a:spcPct val="88000"/>
              </a:lnSpc>
              <a:spcBef>
                <a:spcPts val="2335"/>
              </a:spcBef>
            </a:pPr>
            <a:r>
              <a:rPr lang="en-US" sz="6548">
                <a:latin typeface="Times New Roman"/>
                <a:cs typeface="Times New Roman"/>
              </a:rPr>
              <a:t>Functional Decomposition</a:t>
            </a:r>
            <a:endParaRPr sz="6548">
              <a:latin typeface="Times New Roman"/>
              <a:cs typeface="Times New Roman"/>
            </a:endParaRPr>
          </a:p>
        </p:txBody>
      </p:sp>
      <p:sp>
        <p:nvSpPr>
          <p:cNvPr id="30" name="Section 2 head">
            <a:extLst>
              <a:ext uri="{FF2B5EF4-FFF2-40B4-BE49-F238E27FC236}">
                <a16:creationId xmlns:a16="http://schemas.microsoft.com/office/drawing/2014/main" id="{1DA3D1AC-38BB-4CC8-AA0F-24AB007AE4B9}"/>
              </a:ext>
            </a:extLst>
          </p:cNvPr>
          <p:cNvSpPr txBox="1"/>
          <p:nvPr/>
        </p:nvSpPr>
        <p:spPr>
          <a:xfrm>
            <a:off x="12416470" y="11058354"/>
            <a:ext cx="17690002" cy="1045437"/>
          </a:xfrm>
          <a:prstGeom prst="rect">
            <a:avLst/>
          </a:prstGeom>
        </p:spPr>
        <p:txBody>
          <a:bodyPr vert="horz" wrap="square" lIns="0" tIns="37423" rIns="0" bIns="0" rtlCol="0">
            <a:spAutoFit/>
          </a:bodyPr>
          <a:lstStyle/>
          <a:p>
            <a:pPr marL="12700">
              <a:lnSpc>
                <a:spcPct val="100000"/>
              </a:lnSpc>
              <a:spcBef>
                <a:spcPts val="135"/>
              </a:spcBef>
            </a:pPr>
            <a:r>
              <a:rPr lang="en-US" sz="6600" b="1" i="1">
                <a:latin typeface="Times New Roman"/>
                <a:cs typeface="Times New Roman"/>
              </a:rPr>
              <a:t>Primary Concept Description</a:t>
            </a:r>
            <a:endParaRPr lang="en-US" sz="6600">
              <a:latin typeface="Times New Roman"/>
              <a:cs typeface="Times New Roman"/>
            </a:endParaRPr>
          </a:p>
        </p:txBody>
      </p:sp>
      <p:sp>
        <p:nvSpPr>
          <p:cNvPr id="32" name="Chart heading box">
            <a:extLst>
              <a:ext uri="{FF2B5EF4-FFF2-40B4-BE49-F238E27FC236}">
                <a16:creationId xmlns:a16="http://schemas.microsoft.com/office/drawing/2014/main" id="{0CF6D988-E7F7-0B09-5F94-186E194D0627}"/>
              </a:ext>
            </a:extLst>
          </p:cNvPr>
          <p:cNvSpPr txBox="1"/>
          <p:nvPr/>
        </p:nvSpPr>
        <p:spPr>
          <a:xfrm>
            <a:off x="32845491" y="11279745"/>
            <a:ext cx="9899083" cy="1091682"/>
          </a:xfrm>
          <a:prstGeom prst="rect">
            <a:avLst/>
          </a:prstGeom>
          <a:solidFill>
            <a:srgbClr val="000000"/>
          </a:solidFill>
        </p:spPr>
        <p:txBody>
          <a:bodyPr vert="horz" wrap="square" lIns="0" tIns="99795" rIns="0" bIns="0" rtlCol="0">
            <a:spAutoFit/>
          </a:bodyPr>
          <a:lstStyle/>
          <a:p>
            <a:pPr marL="837153">
              <a:spcBef>
                <a:spcPts val="786"/>
              </a:spcBef>
            </a:pPr>
            <a:endParaRPr sz="6439">
              <a:latin typeface="Times New Roman"/>
              <a:cs typeface="Times New Roman"/>
            </a:endParaRPr>
          </a:p>
        </p:txBody>
      </p:sp>
      <p:sp>
        <p:nvSpPr>
          <p:cNvPr id="33" name="Chart heading">
            <a:extLst>
              <a:ext uri="{FF2B5EF4-FFF2-40B4-BE49-F238E27FC236}">
                <a16:creationId xmlns:a16="http://schemas.microsoft.com/office/drawing/2014/main" id="{40569717-955D-53CF-0429-156661B61226}"/>
              </a:ext>
            </a:extLst>
          </p:cNvPr>
          <p:cNvSpPr txBox="1"/>
          <p:nvPr/>
        </p:nvSpPr>
        <p:spPr>
          <a:xfrm>
            <a:off x="32856654" y="11389213"/>
            <a:ext cx="9871602" cy="842443"/>
          </a:xfrm>
          <a:prstGeom prst="rect">
            <a:avLst/>
          </a:prstGeom>
        </p:spPr>
        <p:txBody>
          <a:bodyPr vert="horz" wrap="square" lIns="0" tIns="36037" rIns="0" bIns="0" rtlCol="0">
            <a:spAutoFit/>
          </a:bodyPr>
          <a:lstStyle/>
          <a:p>
            <a:pPr marL="27720" algn="ctr">
              <a:spcBef>
                <a:spcPts val="284"/>
              </a:spcBef>
              <a:tabLst>
                <a:tab pos="3743625" algn="l"/>
                <a:tab pos="7671590" algn="l"/>
                <a:tab pos="9404108" algn="l"/>
              </a:tabLst>
            </a:pPr>
            <a:r>
              <a:rPr lang="en-US" sz="5238" spc="218">
                <a:solidFill>
                  <a:srgbClr val="CFB991"/>
                </a:solidFill>
                <a:latin typeface="Times New Roman"/>
                <a:cs typeface="Times New Roman"/>
              </a:rPr>
              <a:t>Comparison to Benchmarks</a:t>
            </a:r>
            <a:endParaRPr sz="5238" spc="218">
              <a:solidFill>
                <a:srgbClr val="CFB991"/>
              </a:solidFill>
              <a:latin typeface="Times New Roman"/>
              <a:cs typeface="Times New Roman"/>
            </a:endParaRPr>
          </a:p>
        </p:txBody>
      </p:sp>
      <p:sp>
        <p:nvSpPr>
          <p:cNvPr id="34" name="Section 3 head">
            <a:extLst>
              <a:ext uri="{FF2B5EF4-FFF2-40B4-BE49-F238E27FC236}">
                <a16:creationId xmlns:a16="http://schemas.microsoft.com/office/drawing/2014/main" id="{00A2B15F-70A7-488C-9A3E-CF39A3B232E2}"/>
              </a:ext>
            </a:extLst>
          </p:cNvPr>
          <p:cNvSpPr txBox="1"/>
          <p:nvPr/>
        </p:nvSpPr>
        <p:spPr>
          <a:xfrm>
            <a:off x="32817771" y="19311868"/>
            <a:ext cx="9889380" cy="2084139"/>
          </a:xfrm>
          <a:prstGeom prst="rect">
            <a:avLst/>
          </a:prstGeom>
        </p:spPr>
        <p:txBody>
          <a:bodyPr vert="horz" wrap="square" lIns="0" tIns="307700" rIns="0" bIns="0" rtlCol="0">
            <a:spAutoFit/>
          </a:bodyPr>
          <a:lstStyle/>
          <a:p>
            <a:pPr marL="27720" marR="1837855">
              <a:lnSpc>
                <a:spcPct val="88000"/>
              </a:lnSpc>
              <a:spcBef>
                <a:spcPts val="2335"/>
              </a:spcBef>
            </a:pPr>
            <a:r>
              <a:rPr lang="en-US" sz="6548">
                <a:latin typeface="Times New Roman"/>
                <a:cs typeface="Times New Roman"/>
              </a:rPr>
              <a:t>Engineering Requirements</a:t>
            </a:r>
          </a:p>
        </p:txBody>
      </p:sp>
      <p:sp>
        <p:nvSpPr>
          <p:cNvPr id="36" name="Contributors text">
            <a:extLst>
              <a:ext uri="{FF2B5EF4-FFF2-40B4-BE49-F238E27FC236}">
                <a16:creationId xmlns:a16="http://schemas.microsoft.com/office/drawing/2014/main" id="{2997FE45-6E9C-C6BA-66FD-ABD38554371E}"/>
              </a:ext>
            </a:extLst>
          </p:cNvPr>
          <p:cNvSpPr txBox="1"/>
          <p:nvPr/>
        </p:nvSpPr>
        <p:spPr>
          <a:xfrm>
            <a:off x="32817771" y="7335120"/>
            <a:ext cx="9705037" cy="1912464"/>
          </a:xfrm>
          <a:prstGeom prst="rect">
            <a:avLst/>
          </a:prstGeom>
        </p:spPr>
        <p:txBody>
          <a:bodyPr vert="horz" wrap="square" lIns="0" tIns="13860" rIns="0" bIns="0" rtlCol="0" anchor="t">
            <a:spAutoFit/>
          </a:bodyPr>
          <a:lstStyle/>
          <a:p>
            <a:pPr marL="27305" marR="10795">
              <a:lnSpc>
                <a:spcPct val="104600"/>
              </a:lnSpc>
              <a:spcBef>
                <a:spcPts val="109"/>
              </a:spcBef>
            </a:pPr>
            <a:r>
              <a:rPr lang="en-US" sz="2900" i="1" spc="131">
                <a:latin typeface="Times New Roman"/>
                <a:cs typeface="Times New Roman"/>
              </a:rPr>
              <a:t>Contributors: Nicolas Aldaba, Christopher Baron, Enzo Aguirre, Danah Alam</a:t>
            </a:r>
          </a:p>
          <a:p>
            <a:pPr marL="27305" marR="10795">
              <a:lnSpc>
                <a:spcPct val="104600"/>
              </a:lnSpc>
              <a:spcBef>
                <a:spcPts val="109"/>
              </a:spcBef>
            </a:pPr>
            <a:r>
              <a:rPr lang="en-US" sz="2900" i="1">
                <a:latin typeface="Times New Roman"/>
                <a:cs typeface="Times New Roman"/>
              </a:rPr>
              <a:t>Lab Coordinator: Jacey </a:t>
            </a:r>
            <a:r>
              <a:rPr lang="en-US" sz="2900" i="1" err="1">
                <a:latin typeface="Times New Roman"/>
                <a:cs typeface="Times New Roman"/>
              </a:rPr>
              <a:t>Birkenmeyer</a:t>
            </a:r>
            <a:endParaRPr lang="en-US" sz="2900" i="1">
              <a:latin typeface="Times New Roman"/>
              <a:cs typeface="Times New Roman"/>
            </a:endParaRPr>
          </a:p>
          <a:p>
            <a:pPr marL="27305" marR="10795">
              <a:lnSpc>
                <a:spcPct val="104600"/>
              </a:lnSpc>
              <a:spcBef>
                <a:spcPts val="109"/>
              </a:spcBef>
            </a:pPr>
            <a:r>
              <a:rPr lang="en-US" sz="2900">
                <a:latin typeface="Times New Roman"/>
                <a:cs typeface="Times New Roman"/>
              </a:rPr>
              <a:t>ME 263 </a:t>
            </a:r>
            <a:endParaRPr sz="2947">
              <a:latin typeface="Times New Roman"/>
              <a:cs typeface="Times New Roman"/>
            </a:endParaRPr>
          </a:p>
        </p:txBody>
      </p:sp>
      <p:sp>
        <p:nvSpPr>
          <p:cNvPr id="37" name="Vertical line 1">
            <a:extLst>
              <a:ext uri="{FF2B5EF4-FFF2-40B4-BE49-F238E27FC236}">
                <a16:creationId xmlns:a16="http://schemas.microsoft.com/office/drawing/2014/main" id="{FDCE21B9-3BC2-270A-AE6B-BC6B35E289A7}"/>
              </a:ext>
            </a:extLst>
          </p:cNvPr>
          <p:cNvSpPr/>
          <p:nvPr/>
        </p:nvSpPr>
        <p:spPr>
          <a:xfrm>
            <a:off x="11761074" y="11279739"/>
            <a:ext cx="0" cy="20489798"/>
          </a:xfrm>
          <a:custGeom>
            <a:avLst/>
            <a:gdLst/>
            <a:ahLst/>
            <a:cxnLst/>
            <a:rect l="l" t="t" r="r" b="b"/>
            <a:pathLst>
              <a:path h="9387205">
                <a:moveTo>
                  <a:pt x="0" y="0"/>
                </a:moveTo>
                <a:lnTo>
                  <a:pt x="0" y="9386829"/>
                </a:lnTo>
              </a:path>
            </a:pathLst>
          </a:custGeom>
          <a:ln w="23268">
            <a:solidFill>
              <a:srgbClr val="C4A169"/>
            </a:solidFill>
          </a:ln>
        </p:spPr>
        <p:txBody>
          <a:bodyPr wrap="square" lIns="0" tIns="0" rIns="0" bIns="0" rtlCol="0"/>
          <a:lstStyle/>
          <a:p>
            <a:endParaRPr>
              <a:latin typeface="Times New Roman"/>
              <a:cs typeface="Times New Roman"/>
            </a:endParaRPr>
          </a:p>
        </p:txBody>
      </p:sp>
      <p:sp>
        <p:nvSpPr>
          <p:cNvPr id="38" name="Vertical line 2">
            <a:extLst>
              <a:ext uri="{FF2B5EF4-FFF2-40B4-BE49-F238E27FC236}">
                <a16:creationId xmlns:a16="http://schemas.microsoft.com/office/drawing/2014/main" id="{EA37FFBC-08D9-582B-C688-B0101C59AEDB}"/>
              </a:ext>
            </a:extLst>
          </p:cNvPr>
          <p:cNvSpPr/>
          <p:nvPr/>
        </p:nvSpPr>
        <p:spPr>
          <a:xfrm>
            <a:off x="32117682" y="11279739"/>
            <a:ext cx="0" cy="20489798"/>
          </a:xfrm>
          <a:custGeom>
            <a:avLst/>
            <a:gdLst/>
            <a:ahLst/>
            <a:cxnLst/>
            <a:rect l="l" t="t" r="r" b="b"/>
            <a:pathLst>
              <a:path h="9387205">
                <a:moveTo>
                  <a:pt x="0" y="0"/>
                </a:moveTo>
                <a:lnTo>
                  <a:pt x="0" y="9386829"/>
                </a:lnTo>
              </a:path>
            </a:pathLst>
          </a:custGeom>
          <a:ln w="23268">
            <a:solidFill>
              <a:srgbClr val="C4A169"/>
            </a:solidFill>
          </a:ln>
        </p:spPr>
        <p:txBody>
          <a:bodyPr wrap="square" lIns="0" tIns="0" rIns="0" bIns="0" rtlCol="0"/>
          <a:lstStyle/>
          <a:p>
            <a:endParaRPr>
              <a:latin typeface="Times New Roman"/>
              <a:cs typeface="Times New Roman"/>
            </a:endParaRPr>
          </a:p>
        </p:txBody>
      </p:sp>
      <p:pic>
        <p:nvPicPr>
          <p:cNvPr id="4" name="Picture 3">
            <a:extLst>
              <a:ext uri="{FF2B5EF4-FFF2-40B4-BE49-F238E27FC236}">
                <a16:creationId xmlns:a16="http://schemas.microsoft.com/office/drawing/2014/main" id="{C805B2A9-144F-0CDF-4ADB-D3697712A5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283604" y="1240229"/>
            <a:ext cx="7955835" cy="5718258"/>
          </a:xfrm>
          <a:prstGeom prst="rect">
            <a:avLst/>
          </a:prstGeom>
        </p:spPr>
      </p:pic>
      <p:sp>
        <p:nvSpPr>
          <p:cNvPr id="5" name="TextBox 4">
            <a:extLst>
              <a:ext uri="{FF2B5EF4-FFF2-40B4-BE49-F238E27FC236}">
                <a16:creationId xmlns:a16="http://schemas.microsoft.com/office/drawing/2014/main" id="{ECC9AD23-3069-83B5-0DE7-16AE39C90D27}"/>
              </a:ext>
            </a:extLst>
          </p:cNvPr>
          <p:cNvSpPr txBox="1"/>
          <p:nvPr/>
        </p:nvSpPr>
        <p:spPr>
          <a:xfrm>
            <a:off x="12386163" y="23540685"/>
            <a:ext cx="8635852" cy="2554545"/>
          </a:xfrm>
          <a:prstGeom prst="rect">
            <a:avLst/>
          </a:prstGeom>
          <a:noFill/>
        </p:spPr>
        <p:txBody>
          <a:bodyPr wrap="square" lIns="91440" tIns="45720" rIns="91440" bIns="45720" rtlCol="0" anchor="t">
            <a:spAutoFit/>
          </a:bodyPr>
          <a:lstStyle/>
          <a:p>
            <a:pPr algn="just"/>
            <a:r>
              <a:rPr lang="en-US" sz="4000">
                <a:solidFill>
                  <a:srgbClr val="000000"/>
                </a:solidFill>
                <a:latin typeface="Times New Roman"/>
                <a:cs typeface="Times New Roman"/>
              </a:rPr>
              <a:t>The design features a locking mechanism to make sure that food is kept safe.</a:t>
            </a:r>
            <a:endParaRPr lang="en-US">
              <a:latin typeface="Times New Roman"/>
              <a:cs typeface="Times New Roman"/>
            </a:endParaRPr>
          </a:p>
          <a:p>
            <a:pPr algn="just"/>
            <a:r>
              <a:rPr lang="en-US" sz="4000">
                <a:solidFill>
                  <a:srgbClr val="000000"/>
                </a:solidFill>
                <a:latin typeface="Times New Roman"/>
                <a:cs typeface="Times New Roman"/>
              </a:rPr>
              <a:t>The container is also made hollow for insulation purposes.</a:t>
            </a:r>
          </a:p>
        </p:txBody>
      </p:sp>
      <p:pic>
        <p:nvPicPr>
          <p:cNvPr id="39" name="Picture Placeholder 38" descr="A table with different types of objects&#10;&#10;Description automatically generated">
            <a:extLst>
              <a:ext uri="{FF2B5EF4-FFF2-40B4-BE49-F238E27FC236}">
                <a16:creationId xmlns:a16="http://schemas.microsoft.com/office/drawing/2014/main" id="{0E6C8AC8-454F-62A7-61DC-0779ADC27F81}"/>
              </a:ext>
            </a:extLst>
          </p:cNvPr>
          <p:cNvPicPr>
            <a:picLocks noGrp="1" noChangeAspect="1"/>
          </p:cNvPicPr>
          <p:nvPr>
            <p:ph type="pic" sz="quarter" idx="12"/>
          </p:nvPr>
        </p:nvPicPr>
        <p:blipFill rotWithShape="1">
          <a:blip r:embed="rId5">
            <a:extLst>
              <a:ext uri="{28A0092B-C50C-407E-A947-70E740481C1C}">
                <a14:useLocalDpi xmlns:a14="http://schemas.microsoft.com/office/drawing/2010/main" val="0"/>
              </a:ext>
            </a:extLst>
          </a:blip>
          <a:srcRect l="337" t="-1026" r="-337" b="158"/>
          <a:stretch/>
        </p:blipFill>
        <p:spPr>
          <a:xfrm>
            <a:off x="32845490" y="12480895"/>
            <a:ext cx="9899078" cy="6721505"/>
          </a:xfrm>
        </p:spPr>
      </p:pic>
      <p:pic>
        <p:nvPicPr>
          <p:cNvPr id="8" name="Picture Placeholder 7" descr="A drawing of a table and a cube&#10;&#10;Description automatically generated">
            <a:extLst>
              <a:ext uri="{FF2B5EF4-FFF2-40B4-BE49-F238E27FC236}">
                <a16:creationId xmlns:a16="http://schemas.microsoft.com/office/drawing/2014/main" id="{4278470E-9CCE-C3F0-C335-3ECDD4EBEA7C}"/>
              </a:ext>
            </a:extLst>
          </p:cNvPr>
          <p:cNvPicPr>
            <a:picLocks noGrp="1" noChangeAspect="1"/>
          </p:cNvPicPr>
          <p:nvPr>
            <p:ph type="pic" sz="quarter" idx="13"/>
          </p:nvPr>
        </p:nvPicPr>
        <p:blipFill rotWithShape="1">
          <a:blip r:embed="rId6"/>
          <a:srcRect l="15649" t="5944" r="6095" b="5639"/>
          <a:stretch/>
        </p:blipFill>
        <p:spPr>
          <a:xfrm>
            <a:off x="21457342" y="13758114"/>
            <a:ext cx="9785562" cy="12837527"/>
          </a:xfrm>
        </p:spPr>
      </p:pic>
      <p:pic>
        <p:nvPicPr>
          <p:cNvPr id="12" name="Picture 11" descr="A diagram of food delivery">
            <a:extLst>
              <a:ext uri="{FF2B5EF4-FFF2-40B4-BE49-F238E27FC236}">
                <a16:creationId xmlns:a16="http://schemas.microsoft.com/office/drawing/2014/main" id="{A40D921A-D55E-56F0-8025-CFF8480C548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9682" y="27020777"/>
            <a:ext cx="10259857" cy="3991532"/>
          </a:xfrm>
          <a:prstGeom prst="rect">
            <a:avLst/>
          </a:prstGeom>
        </p:spPr>
      </p:pic>
      <p:pic>
        <p:nvPicPr>
          <p:cNvPr id="2050" name="Picture 2">
            <a:extLst>
              <a:ext uri="{FF2B5EF4-FFF2-40B4-BE49-F238E27FC236}">
                <a16:creationId xmlns:a16="http://schemas.microsoft.com/office/drawing/2014/main" id="{89F07BDD-8F2C-AD17-A170-E200E569433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8634" y="11942052"/>
            <a:ext cx="10942800" cy="675977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green box with a blue lid&#10;&#10;Description automatically generated">
            <a:extLst>
              <a:ext uri="{FF2B5EF4-FFF2-40B4-BE49-F238E27FC236}">
                <a16:creationId xmlns:a16="http://schemas.microsoft.com/office/drawing/2014/main" id="{90E24B08-0FE0-45D5-0582-21A9FE230E0F}"/>
              </a:ext>
            </a:extLst>
          </p:cNvPr>
          <p:cNvPicPr>
            <a:picLocks noChangeAspect="1"/>
          </p:cNvPicPr>
          <p:nvPr/>
        </p:nvPicPr>
        <p:blipFill>
          <a:blip r:embed="rId9"/>
          <a:stretch>
            <a:fillRect/>
          </a:stretch>
        </p:blipFill>
        <p:spPr>
          <a:xfrm>
            <a:off x="12399651" y="14527910"/>
            <a:ext cx="8646307" cy="8447809"/>
          </a:xfrm>
          <a:prstGeom prst="rect">
            <a:avLst/>
          </a:prstGeom>
        </p:spPr>
      </p:pic>
      <p:sp>
        <p:nvSpPr>
          <p:cNvPr id="3" name="TextBox 2">
            <a:extLst>
              <a:ext uri="{FF2B5EF4-FFF2-40B4-BE49-F238E27FC236}">
                <a16:creationId xmlns:a16="http://schemas.microsoft.com/office/drawing/2014/main" id="{21A72CF2-B59E-3957-F2B3-B273FF593A4A}"/>
              </a:ext>
            </a:extLst>
          </p:cNvPr>
          <p:cNvSpPr txBox="1"/>
          <p:nvPr/>
        </p:nvSpPr>
        <p:spPr>
          <a:xfrm>
            <a:off x="12386162" y="12289387"/>
            <a:ext cx="18940257" cy="1938992"/>
          </a:xfrm>
          <a:prstGeom prst="rect">
            <a:avLst/>
          </a:prstGeom>
          <a:noFill/>
        </p:spPr>
        <p:txBody>
          <a:bodyPr wrap="square" lIns="91440" tIns="45720" rIns="91440" bIns="45720" rtlCol="0" anchor="t">
            <a:spAutoFit/>
          </a:bodyPr>
          <a:lstStyle/>
          <a:p>
            <a:pPr algn="l"/>
            <a:r>
              <a:rPr lang="en-US" sz="4000">
                <a:solidFill>
                  <a:srgbClr val="000000"/>
                </a:solidFill>
                <a:latin typeface="Times New Roman"/>
                <a:cs typeface="Times New Roman"/>
              </a:rPr>
              <a:t>The primary concept is a large volume box. This has a lid and grooves on the outside to fit in different types of vehicles. The inner section features a retractable mesh that secures food by holding the bags down through pressure. </a:t>
            </a:r>
          </a:p>
        </p:txBody>
      </p:sp>
      <p:pic>
        <p:nvPicPr>
          <p:cNvPr id="6" name="Picture 5">
            <a:extLst>
              <a:ext uri="{FF2B5EF4-FFF2-40B4-BE49-F238E27FC236}">
                <a16:creationId xmlns:a16="http://schemas.microsoft.com/office/drawing/2014/main" id="{20478CF7-C461-FF4E-44C8-0B9F4826060D}"/>
              </a:ext>
            </a:extLst>
          </p:cNvPr>
          <p:cNvPicPr>
            <a:picLocks noChangeAspect="1"/>
          </p:cNvPicPr>
          <p:nvPr/>
        </p:nvPicPr>
        <p:blipFill>
          <a:blip r:embed="rId10"/>
          <a:stretch>
            <a:fillRect/>
          </a:stretch>
        </p:blipFill>
        <p:spPr>
          <a:xfrm>
            <a:off x="22950004" y="26610964"/>
            <a:ext cx="8351297" cy="5875233"/>
          </a:xfrm>
          <a:prstGeom prst="rect">
            <a:avLst/>
          </a:prstGeom>
        </p:spPr>
      </p:pic>
      <p:pic>
        <p:nvPicPr>
          <p:cNvPr id="7" name="Picture 6" descr="A purple square frame with two handles&#10;&#10;Description automatically generated">
            <a:extLst>
              <a:ext uri="{FF2B5EF4-FFF2-40B4-BE49-F238E27FC236}">
                <a16:creationId xmlns:a16="http://schemas.microsoft.com/office/drawing/2014/main" id="{A3C5928E-3808-E32B-E3F0-93BAD79E74D0}"/>
              </a:ext>
            </a:extLst>
          </p:cNvPr>
          <p:cNvPicPr>
            <a:picLocks noChangeAspect="1"/>
          </p:cNvPicPr>
          <p:nvPr/>
        </p:nvPicPr>
        <p:blipFill>
          <a:blip r:embed="rId11"/>
          <a:stretch>
            <a:fillRect/>
          </a:stretch>
        </p:blipFill>
        <p:spPr>
          <a:xfrm>
            <a:off x="12392775" y="26545740"/>
            <a:ext cx="7353058" cy="5727183"/>
          </a:xfrm>
          <a:prstGeom prst="rect">
            <a:avLst/>
          </a:prstGeom>
        </p:spPr>
      </p:pic>
      <p:sp>
        <p:nvSpPr>
          <p:cNvPr id="9" name="TextBox 8">
            <a:extLst>
              <a:ext uri="{FF2B5EF4-FFF2-40B4-BE49-F238E27FC236}">
                <a16:creationId xmlns:a16="http://schemas.microsoft.com/office/drawing/2014/main" id="{26E4A236-B0C1-BAEA-0740-1093297F8D0A}"/>
              </a:ext>
            </a:extLst>
          </p:cNvPr>
          <p:cNvSpPr txBox="1"/>
          <p:nvPr/>
        </p:nvSpPr>
        <p:spPr>
          <a:xfrm>
            <a:off x="19905593" y="26715556"/>
            <a:ext cx="3065903" cy="5016758"/>
          </a:xfrm>
          <a:prstGeom prst="rect">
            <a:avLst/>
          </a:prstGeom>
          <a:noFill/>
        </p:spPr>
        <p:txBody>
          <a:bodyPr wrap="square" lIns="91440" tIns="45720" rIns="91440" bIns="45720" rtlCol="0" anchor="t">
            <a:spAutoFit/>
          </a:bodyPr>
          <a:lstStyle/>
          <a:p>
            <a:pPr algn="l"/>
            <a:r>
              <a:rPr lang="en-US" sz="4000">
                <a:latin typeface="Times New Roman"/>
                <a:cs typeface="Times New Roman"/>
              </a:rPr>
              <a:t>The mesh system is supported by the bracket (left) and the knob and peg system (right). </a:t>
            </a:r>
          </a:p>
        </p:txBody>
      </p:sp>
      <p:sp>
        <p:nvSpPr>
          <p:cNvPr id="13" name="TextBox 12">
            <a:extLst>
              <a:ext uri="{FF2B5EF4-FFF2-40B4-BE49-F238E27FC236}">
                <a16:creationId xmlns:a16="http://schemas.microsoft.com/office/drawing/2014/main" id="{B3C9028B-4076-87A1-8945-DD8CA28E592A}"/>
              </a:ext>
            </a:extLst>
          </p:cNvPr>
          <p:cNvSpPr txBox="1"/>
          <p:nvPr/>
        </p:nvSpPr>
        <p:spPr>
          <a:xfrm>
            <a:off x="691551" y="21753584"/>
            <a:ext cx="10863831" cy="5509200"/>
          </a:xfrm>
          <a:prstGeom prst="rect">
            <a:avLst/>
          </a:prstGeom>
          <a:noFill/>
        </p:spPr>
        <p:txBody>
          <a:bodyPr wrap="square" lIns="91440" tIns="45720" rIns="91440" bIns="45720" rtlCol="0" anchor="t">
            <a:spAutoFit/>
          </a:bodyPr>
          <a:lstStyle/>
          <a:p>
            <a:pPr algn="l"/>
            <a:r>
              <a:rPr lang="en-US" sz="3200">
                <a:latin typeface="Times New Roman"/>
                <a:cs typeface="Times New Roman"/>
              </a:rPr>
              <a:t>The product focuses on securing food, preventing spills, separating orders, and ability to snap on/off. The device had to be able to be accessible state, a locked state and insulate content within the device. The device is to prevent spills, so it has horizontal and lateral restriction to keep food from spilling at all times. For separating orders, the focus was to prevent cross contamination and have different configurations within the device. For the ability to snap on/off, the device had to be capable of being mounted to different vehicles and with the capability to be carried.</a:t>
            </a:r>
            <a:endParaRPr lang="en-US" sz="3200">
              <a:solidFill>
                <a:srgbClr val="000000"/>
              </a:solidFill>
              <a:latin typeface="Times New Roman"/>
              <a:cs typeface="Times New Roman"/>
            </a:endParaRPr>
          </a:p>
          <a:p>
            <a:pPr algn="just"/>
            <a:endParaRPr lang="en-US" sz="3200">
              <a:solidFill>
                <a:srgbClr val="000000"/>
              </a:solidFill>
              <a:latin typeface="Times New Roman"/>
              <a:cs typeface="Times New Roman"/>
            </a:endParaRPr>
          </a:p>
        </p:txBody>
      </p:sp>
    </p:spTree>
    <p:extLst>
      <p:ext uri="{BB962C8B-B14F-4D97-AF65-F5344CB8AC3E}">
        <p14:creationId xmlns:p14="http://schemas.microsoft.com/office/powerpoint/2010/main" val="32024736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search-Poster-3-Sections-Alternate-fonts-36x48-2.pptx" id="{CBF93C31-9F3F-4E48-A323-701409EDAFEC}" vid="{7247753D-62F6-8940-8370-69F5ACC346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c440327c-db0c-40f7-973b-7bc2ae283ce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F9431A864773547893222757859AEDB" ma:contentTypeVersion="8" ma:contentTypeDescription="Create a new document." ma:contentTypeScope="" ma:versionID="81d50b36df550f038dd09d3468da5aa6">
  <xsd:schema xmlns:xsd="http://www.w3.org/2001/XMLSchema" xmlns:xs="http://www.w3.org/2001/XMLSchema" xmlns:p="http://schemas.microsoft.com/office/2006/metadata/properties" xmlns:ns3="c440327c-db0c-40f7-973b-7bc2ae283ce2" xmlns:ns4="3bf09d50-f695-4e18-a2ec-955b0ff6d5dc" targetNamespace="http://schemas.microsoft.com/office/2006/metadata/properties" ma:root="true" ma:fieldsID="a820c3c5ab4e378f4099e6a03aa1058b" ns3:_="" ns4:_="">
    <xsd:import namespace="c440327c-db0c-40f7-973b-7bc2ae283ce2"/>
    <xsd:import namespace="3bf09d50-f695-4e18-a2ec-955b0ff6d5dc"/>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_activity"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40327c-db0c-40f7-973b-7bc2ae283c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bf09d50-f695-4e18-a2ec-955b0ff6d5d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0776AB6-398D-4A42-8A3B-D362C3B89318}">
  <ds:schemaRefs>
    <ds:schemaRef ds:uri="http://schemas.microsoft.com/sharepoint/v3/contenttype/forms"/>
  </ds:schemaRefs>
</ds:datastoreItem>
</file>

<file path=customXml/itemProps2.xml><?xml version="1.0" encoding="utf-8"?>
<ds:datastoreItem xmlns:ds="http://schemas.openxmlformats.org/officeDocument/2006/customXml" ds:itemID="{93BED930-6856-419D-A91C-5CBDCDC72176}">
  <ds:schemaRefs>
    <ds:schemaRef ds:uri="3bf09d50-f695-4e18-a2ec-955b0ff6d5dc"/>
    <ds:schemaRef ds:uri="c440327c-db0c-40f7-973b-7bc2ae283ce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B545741-7BEA-4EAD-82EC-3795EAADAF2A}">
  <ds:schemaRefs>
    <ds:schemaRef ds:uri="3bf09d50-f695-4e18-a2ec-955b0ff6d5dc"/>
    <ds:schemaRef ds:uri="c440327c-db0c-40f7-973b-7bc2ae283ce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Delivery Carriage System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TITLE HERE</dc:title>
  <dc:creator>Cabrera, Cristiano Miguel</dc:creator>
  <cp:revision>2</cp:revision>
  <dcterms:created xsi:type="dcterms:W3CDTF">2023-11-07T19:16:02Z</dcterms:created>
  <dcterms:modified xsi:type="dcterms:W3CDTF">2026-05-13T20:21:08Z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2023-02-21T00:00:00Z</vt:filetime>
  </property>
  <property fmtid="{D5CDD505-2E9C-101B-9397-08002B2CF9AE}" pid="3" name="Creator">
    <vt:lpwstr>Adobe InDesign 17.2 (Macintosh)</vt:lpwstr>
  </property>
  <property fmtid="{D5CDD505-2E9C-101B-9397-08002B2CF9AE}" pid="4" name="LastSaved">
    <vt:filetime>2023-02-21T00:00:00Z</vt:filetime>
  </property>
  <property fmtid="{D5CDD505-2E9C-101B-9397-08002B2CF9AE}" pid="5" name="Producer">
    <vt:lpwstr>Adobe PDF Library 16.0.7</vt:lpwstr>
  </property>
  <property fmtid="{D5CDD505-2E9C-101B-9397-08002B2CF9AE}" pid="6" name="MSIP_Label_4044bd30-2ed7-4c9d-9d12-46200872a97b_Enabled">
    <vt:lpwstr>true</vt:lpwstr>
  </property>
  <property fmtid="{D5CDD505-2E9C-101B-9397-08002B2CF9AE}" pid="7" name="MSIP_Label_4044bd30-2ed7-4c9d-9d12-46200872a97b_SetDate">
    <vt:lpwstr>2023-02-21T14:31:56Z</vt:lpwstr>
  </property>
  <property fmtid="{D5CDD505-2E9C-101B-9397-08002B2CF9AE}" pid="8" name="MSIP_Label_4044bd30-2ed7-4c9d-9d12-46200872a97b_Method">
    <vt:lpwstr>Standard</vt:lpwstr>
  </property>
  <property fmtid="{D5CDD505-2E9C-101B-9397-08002B2CF9AE}" pid="9" name="MSIP_Label_4044bd30-2ed7-4c9d-9d12-46200872a97b_Name">
    <vt:lpwstr>defa4170-0d19-0005-0004-bc88714345d2</vt:lpwstr>
  </property>
  <property fmtid="{D5CDD505-2E9C-101B-9397-08002B2CF9AE}" pid="10" name="MSIP_Label_4044bd30-2ed7-4c9d-9d12-46200872a97b_SiteId">
    <vt:lpwstr>4130bd39-7c53-419c-b1e5-8758d6d63f21</vt:lpwstr>
  </property>
  <property fmtid="{D5CDD505-2E9C-101B-9397-08002B2CF9AE}" pid="11" name="MSIP_Label_4044bd30-2ed7-4c9d-9d12-46200872a97b_ActionId">
    <vt:lpwstr>121e5454-1c9c-4011-adf4-b7f3070a0d4f</vt:lpwstr>
  </property>
  <property fmtid="{D5CDD505-2E9C-101B-9397-08002B2CF9AE}" pid="12" name="MSIP_Label_4044bd30-2ed7-4c9d-9d12-46200872a97b_ContentBits">
    <vt:lpwstr>0</vt:lpwstr>
  </property>
  <property fmtid="{D5CDD505-2E9C-101B-9397-08002B2CF9AE}" pid="13" name="ContentTypeId">
    <vt:lpwstr>0x0101006F9431A864773547893222757859AEDB</vt:lpwstr>
  </property>
</Properties>
</file>