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DA5E2-5737-9C85-709D-03A6627B0B9D}" v="50" dt="2025-05-02T18:33:10.685"/>
    <p1510:client id="{5BF6662E-65DC-272B-59A1-3AB689C86B6A}" v="7" dt="2025-05-03T00:53:52.456"/>
    <p1510:client id="{8F977812-A6A1-0F41-95C9-9739A225AC19}" v="40" dt="2025-05-03T02:49:32.964"/>
    <p1510:client id="{A542F2E1-97BB-C141-B156-C14B10A5D484}" v="3" dt="2025-05-03T00:59:36.622"/>
    <p1510:client id="{BE7BE44C-C5FF-4797-A7D6-6925EA51A0F5}" v="9" dt="2025-05-02T22:34:20.238"/>
    <p1510:client id="{C80053F2-077F-F7CD-7FB5-645A0D2B3823}" v="139" dt="2025-05-03T02:05:11.794"/>
    <p1510:client id="{CA40EBB2-8312-7599-7F55-63E98F225D90}" v="1505" dt="2025-05-02T22:40:55.599"/>
    <p1510:client id="{ECBCF9C4-25CC-73DE-4F3D-E9C6FD566D7F}" v="25" dt="2025-05-02T23:09:54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1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1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2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8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0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7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52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5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0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1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04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53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en-US" sz="3600"/>
              <a:t>All Terrain Armored Transport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r>
              <a:rPr lang="en-US" sz="1800"/>
              <a:t>By: Jackson Morley, Hunter Pruett, Carter Lone, Enzo Aguirre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4D9292-F29C-A75B-BF78-76A59C9C19E7}"/>
              </a:ext>
            </a:extLst>
          </p:cNvPr>
          <p:cNvGrpSpPr/>
          <p:nvPr/>
        </p:nvGrpSpPr>
        <p:grpSpPr>
          <a:xfrm>
            <a:off x="0" y="1051560"/>
            <a:ext cx="12192000" cy="4682812"/>
            <a:chOff x="-1071783" y="613488"/>
            <a:chExt cx="12063629" cy="46107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7774F78-E786-483A-78E1-F9143D809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71783" y="613489"/>
              <a:ext cx="2438740" cy="461074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3501143-B065-C1E4-BA45-525C3287B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5677" y="613488"/>
              <a:ext cx="4656169" cy="461074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7FD3499-5F3B-BF26-1B1C-7CA4D20A9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6957" y="613489"/>
              <a:ext cx="4968720" cy="4610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7918"/>
    </mc:Choice>
    <mc:Fallback xmlns="">
      <p:transition spd="slow" advTm="7918"/>
    </mc:Fallback>
  </mc:AlternateContent>
  <p:extLst>
    <p:ext uri="{E180D4A7-C9FB-4DFB-919C-405C955672EB}">
      <p14:showEvtLst xmlns:p14="http://schemas.microsoft.com/office/powerpoint/2010/main">
        <p14:playEvt time="2" objId="5"/>
        <p14:playEvt time="4" objId="6"/>
        <p14:stopEvt time="7915" objId="6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AA93E-1AE1-B59D-E3F3-830124FD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 to Play with the ATAT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1A547-D3C3-63AA-A60E-43D19D65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39112"/>
            <a:ext cx="10691265" cy="39227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ATAT Actions</a:t>
            </a:r>
          </a:p>
          <a:p>
            <a:r>
              <a:rPr lang="en-US"/>
              <a:t>Walk Forward</a:t>
            </a:r>
          </a:p>
          <a:p>
            <a:r>
              <a:rPr lang="en-US"/>
              <a:t>Turn</a:t>
            </a:r>
          </a:p>
          <a:p>
            <a:r>
              <a:rPr lang="en-US"/>
              <a:t>Rotate Head &amp; Fire Blasters</a:t>
            </a:r>
          </a:p>
          <a:p>
            <a:pPr marL="0" indent="0">
              <a:buNone/>
            </a:pPr>
            <a:r>
              <a:rPr lang="en-US"/>
              <a:t>Controls</a:t>
            </a:r>
          </a:p>
          <a:p>
            <a:r>
              <a:rPr lang="en-US"/>
              <a:t>Connect to the ATAT using the Blynk app </a:t>
            </a:r>
          </a:p>
          <a:p>
            <a:r>
              <a:rPr lang="en-US"/>
              <a:t>The app allows the individual to easily control the ATAT with simple push button controls.</a:t>
            </a:r>
          </a:p>
          <a:p>
            <a:r>
              <a:rPr lang="en-US"/>
              <a:t>Where walking and turning occur when the button is held, and the head/blaster movements are an on/off switch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3DA3917-0706-99B7-0022-F0AE6A46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432" y="2007325"/>
            <a:ext cx="2308049" cy="203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2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05"/>
    </mc:Choice>
    <mc:Fallback xmlns="">
      <p:transition spd="slow" advTm="18305"/>
    </mc:Fallback>
  </mc:AlternateContent>
  <p:extLst>
    <p:ext uri="{E180D4A7-C9FB-4DFB-919C-405C955672EB}">
      <p14:showEvtLst xmlns:p14="http://schemas.microsoft.com/office/powerpoint/2010/main">
        <p14:playEvt time="4" objId="4"/>
        <p14:stopEvt time="18305" objId="4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AA03D-17E3-21FC-F4D5-2D44E8F5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70597"/>
            <a:ext cx="10848975" cy="11005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Virtual Assembly &amp; Motion Kinetics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1CC0C8-C714-4135-84E8-4BC5A83F1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atat">
            <a:hlinkClick r:id="" action="ppaction://media"/>
            <a:extLst>
              <a:ext uri="{FF2B5EF4-FFF2-40B4-BE49-F238E27FC236}">
                <a16:creationId xmlns:a16="http://schemas.microsoft.com/office/drawing/2014/main" id="{F453A717-F03F-1C53-3E90-5A9D81A9BC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8956" r="35437"/>
          <a:stretch/>
        </p:blipFill>
        <p:spPr>
          <a:xfrm>
            <a:off x="943365" y="2230582"/>
            <a:ext cx="2511092" cy="2752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1EAB81-9FB2-02D4-4988-A6B0A27F4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563" y="2227740"/>
            <a:ext cx="3201127" cy="2752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9BAADC-9D31-F1B5-96F4-1886EF8C3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484" y="2387811"/>
            <a:ext cx="3259416" cy="243641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AFDA3D-3C0B-4E18-B444-F11410C37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33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08"/>
    </mc:Choice>
    <mc:Fallback xmlns="">
      <p:transition spd="slow" advTm="188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" objId="3"/>
        <p14:playEvt time="4" objId="4"/>
        <p14:playEvt time="3414" objId="4"/>
        <p14:playEvt time="6803" objId="4"/>
        <p14:playEvt time="10200" objId="4"/>
        <p14:playEvt time="13584" objId="4"/>
        <p14:playEvt time="16969" objId="4"/>
        <p14:stopEvt time="18792" objId="4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77C5-72FE-190F-9CCD-F9F89FD37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Toy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AF65D-49C7-4860-0DBF-524CBBE54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55242"/>
            <a:ext cx="7652790" cy="440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Legs are 3D printed as one entire unit so the only assembly needed is installing them into the chassis using press fit push pins.</a:t>
            </a:r>
          </a:p>
          <a:p>
            <a:r>
              <a:rPr lang="en-US"/>
              <a:t>The chassis base, body shell, &amp; head base &amp; Head top, are all printed in separate pieces and connected with magnets to make assembly and repair quick and easy.</a:t>
            </a:r>
          </a:p>
          <a:p>
            <a:r>
              <a:rPr lang="en-US"/>
              <a:t>The Motors for the legs and head are hot-glued into place.</a:t>
            </a:r>
          </a:p>
          <a:p>
            <a:r>
              <a:rPr lang="en-US"/>
              <a:t>Gears for the head and legs are then installed on to the motors, and wired to the bread board attached to the inside of the body.</a:t>
            </a:r>
          </a:p>
          <a:p>
            <a:r>
              <a:rPr lang="en-US"/>
              <a:t>Lastly the blasters can be slid into the head, and the linkages controlling the head movement and blasters are slide over the axle connecting them to the gears.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EF73D7-78D8-FCBA-7F32-2B1012985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947" y="3828915"/>
            <a:ext cx="2789736" cy="1868941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1FA9882-9E05-6FE9-A92F-5DAA156A6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654" y="1328390"/>
            <a:ext cx="2789735" cy="155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3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59"/>
    </mc:Choice>
    <mc:Fallback xmlns="">
      <p:transition spd="slow" advTm="542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E9453-0D56-ED9B-75D7-EB2B6AEB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B607-4424-481A-37FF-2915EA6E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Toy Assembly</a:t>
            </a:r>
          </a:p>
        </p:txBody>
      </p:sp>
      <p:pic>
        <p:nvPicPr>
          <p:cNvPr id="3" name="Picture 2" descr="A group of people working on a machine&#10;&#10;AI-generated content may be incorrect.">
            <a:extLst>
              <a:ext uri="{FF2B5EF4-FFF2-40B4-BE49-F238E27FC236}">
                <a16:creationId xmlns:a16="http://schemas.microsoft.com/office/drawing/2014/main" id="{717C32BA-E234-0090-59FF-311E6B600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3" t="10682" r="24206" b="26364"/>
          <a:stretch/>
        </p:blipFill>
        <p:spPr>
          <a:xfrm>
            <a:off x="1630074" y="1711037"/>
            <a:ext cx="3403226" cy="3837713"/>
          </a:xfrm>
          <a:prstGeom prst="rect">
            <a:avLst/>
          </a:prstGeom>
        </p:spPr>
      </p:pic>
      <p:pic>
        <p:nvPicPr>
          <p:cNvPr id="5" name="Picture 4" descr="A person working on a white piece of electronics&#10;&#10;AI-generated content may be incorrect.">
            <a:extLst>
              <a:ext uri="{FF2B5EF4-FFF2-40B4-BE49-F238E27FC236}">
                <a16:creationId xmlns:a16="http://schemas.microsoft.com/office/drawing/2014/main" id="{987820CA-C18F-6017-7553-3FB77719DA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54" t="16932" r="24750" b="32386"/>
          <a:stretch/>
        </p:blipFill>
        <p:spPr>
          <a:xfrm>
            <a:off x="6735474" y="1711037"/>
            <a:ext cx="3273944" cy="383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1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05"/>
    </mc:Choice>
    <mc:Fallback xmlns="">
      <p:transition spd="slow" advTm="1330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1468-D88A-6191-5E6B-2432EAE6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D8D8-2D20-E004-DE96-CE7EF135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Modifications  to initial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8C13-0845-AF1C-F052-75356EA7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Unfortunately, over half of the servo motors the team received came broken.</a:t>
            </a:r>
          </a:p>
          <a:p>
            <a:r>
              <a:rPr lang="en-US"/>
              <a:t>Missing over half of the drive motors meant the design had to be altered last minute.</a:t>
            </a:r>
          </a:p>
          <a:p>
            <a:r>
              <a:rPr lang="en-US"/>
              <a:t>The Knee Joints had to be permanently fixed</a:t>
            </a:r>
          </a:p>
          <a:p>
            <a:r>
              <a:rPr lang="en-US"/>
              <a:t>This resulted in significantly less range of motion.</a:t>
            </a:r>
          </a:p>
          <a:p>
            <a:r>
              <a:rPr lang="en-US"/>
              <a:t>Now only the hip joints moved; resulting in more of a shuffling motion instead of a full step.</a:t>
            </a:r>
          </a:p>
          <a:p>
            <a:r>
              <a:rPr lang="en-US"/>
              <a:t>This new motion path led to each not only moving slower, but1/3rd the intended range of travel.</a:t>
            </a:r>
          </a:p>
          <a:p>
            <a:r>
              <a:rPr lang="en-US"/>
              <a:t>This drastically reduced the overall speed of the ATAT.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5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37"/>
    </mc:Choice>
    <mc:Fallback xmlns="">
      <p:transition spd="slow" advTm="46637"/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320</Words>
  <Application>Microsoft Office PowerPoint</Application>
  <PresentationFormat>Widescreen</PresentationFormat>
  <Paragraphs>27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All Terrain Armored Transport</vt:lpstr>
      <vt:lpstr>How  to Play with the ATAT</vt:lpstr>
      <vt:lpstr>Virtual Assembly &amp; Motion Kinetics</vt:lpstr>
      <vt:lpstr>Toy Assembly</vt:lpstr>
      <vt:lpstr>Toy Assembly</vt:lpstr>
      <vt:lpstr>Modifications  to initial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Aguirre, Enzo Gabriel</cp:lastModifiedBy>
  <cp:revision>5</cp:revision>
  <dcterms:created xsi:type="dcterms:W3CDTF">2025-04-29T17:02:49Z</dcterms:created>
  <dcterms:modified xsi:type="dcterms:W3CDTF">2026-05-22T22:08:05Z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2025-04-29T17:02:54Z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a8988da5-2a57-4f79-a455-9ac245f5adb2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10, 3, 0, 2</vt:lpwstr>
  </property>
</Properties>
</file>